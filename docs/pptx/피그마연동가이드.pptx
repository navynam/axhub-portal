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280160" cy="82296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515600" cy="20116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Figma 연동 가이드 — 페이지를 편집 가능한 레이어로 임포트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794760"/>
            <a:ext cx="10332720" cy="1463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목적: AX-HUB의 </a:t>
            </a:r>
            <a:r>
              <a:rPr sz="1500" b="1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완성된 화면 전체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를 Figma에서 </a:t>
            </a:r>
            <a:r>
              <a:rPr sz="1500" b="1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레이어 단위로 편집 가능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하도록 가져온다. 방법: 각 화면을 </a:t>
            </a:r>
            <a:r>
              <a:rPr sz="1500" b="1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자체 완결형 HTML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(CSS 인라인·스크립트 제거)로 스냅샷한 뒤, Figma </a:t>
            </a:r>
            <a:r>
              <a:rPr sz="1500" b="1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html.to.design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플러그인으로 임포트한다.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⚠ 참고: Figma는 REST API로 디자인(프레임/레이어)을 </a:t>
            </a:r>
            <a:r>
              <a:rPr sz="1500" b="1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직접 생성할 수 없습니다.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디자인 생성은 Figma 내부에서 도는 플러그인만 가능하므로, "코드 → Figma"는 아래 플러그인 임포트 방식으로 연동합니다.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· 신한라이프   |   피그마연동가이드.md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1. 생성물 (</a:t>
            </a:r>
            <a:r>
              <a:rPr sz="2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figma-export/</a:t>
            </a: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테마 3종 × (화면 · 팝업 · 공통메세지)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구조로, 테마 폴더 단위로 Figma에 올릴 수 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883664"/>
            <a:ext cx="11057839" cy="1851660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965960"/>
            <a:ext cx="10783519" cy="16870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figma-export/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├─ index.html            썸네일 갤러리(브라우저로 열기)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├─ _generate.mjs         재생성 스크립트(아래 5장)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├─ default/   신한 기본  ┐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├─ bento/     베토 그리드 ├─ 테마별 폴더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└─ dark/      다크        ┘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 ├─ pages/     &lt;name&gt;.html + &lt;name&gt;.png   화면 13종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 ├─ popups/    &lt;name&gt;.html + &lt;name&gt;.png   팝업 11종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  └─ messages/  &lt;name&gt;.html + &lt;name&gt;.png   공통 메세지(토스트)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826764"/>
            <a:ext cx="11057839" cy="8412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각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.html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은 </a:t>
            </a: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자체 완결형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(CSS 인라인·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&lt;script&gt;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제거·1440px)이며 </a:t>
            </a: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dev 서버 없이도 브라우저에서 그대로 렌더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됩니다(3테마 전부 검증 완료 — 다크/베토 색·아이콘·차트 SVG 정상).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.png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는 미리보기입니다.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722876"/>
            <a:ext cx="1105783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화면(pages, 13):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home · agents · tools · run · knowledge · glossary · community · perms · access · sysmon · itops · computeruse · daily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Figma 연동 가이드 — 페이지를 편집 가능한 레이어로 임포트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1. 생성물 (</a:t>
            </a:r>
            <a:r>
              <a:rPr sz="2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figma-export/</a:t>
            </a: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)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11155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팝업(popups, 11):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settings-theme(설정·테마) · settings-keys(설정·KEY 관리) · agent-info(에이전트 정보) · request-permission(권한 요청) · new-folder(공통 입력) · folder-move(폴더 이동) · report(신고·개선요청) · detail(상세 정보) · deny(반려 사유) · builder(Agent 빌더 런처) · chatbot(챗봇)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468880"/>
            <a:ext cx="54864" cy="658368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468880"/>
            <a:ext cx="11002975" cy="658368"/>
          </a:xfrm>
          <a:prstGeom prst="rect">
            <a:avLst/>
          </a:prstGeom>
          <a:solidFill>
            <a:srgbClr val="ED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523744"/>
            <a:ext cx="10692079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팝업 HTML은 딤 처리된 페이지 위에 모달이 올라간 상태로 캡처됩니다. Figma 임포트 후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.overlay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레이어 그룹이 곧 팝업입니다.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218688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공통 메세지(messages, 1):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toast(우하단 토스트 알림)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566160"/>
            <a:ext cx="54864" cy="658368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566160"/>
            <a:ext cx="11002975" cy="658368"/>
          </a:xfrm>
          <a:prstGeom prst="rect">
            <a:avLst/>
          </a:prstGeom>
          <a:solidFill>
            <a:srgbClr val="ED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621024"/>
            <a:ext cx="10692079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테마별로 총 25종 × 3테마 = </a:t>
            </a:r>
            <a:r>
              <a:rPr sz="1300" b="1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75개 HTML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. 특정 상태(다른 탭·다른 토스트 등)가 더 필요하면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_generate.mjs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의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POPUPS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MESSAGES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에 트리거를 추가해 재생성하세요.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Figma 연동 가이드 — 페이지를 편집 가능한 레이어로 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2. 준비 — html.to.design 플러그인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1.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Figma에서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Community → 플러그인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에서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`html.to.design`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설치. (URL·HTML을 Figma 레이어로 변환하는 대표 플러그인)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2.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대안: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Builder.io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(Import) 플러그인도 동일 원리로 사용 가능.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Figma 연동 가이드 — 페이지를 편집 가능한 레이어로 임포트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임포트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방법 A — HTML 코드 붙여넣기 (오프라인, 이 파일들에 권장)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1. 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figma-export/&lt;테마&gt;/&lt;카테고리&gt;/&lt;이름&gt;.html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(예: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dark/pages/itops.html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bento/popups/report.html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)을 텍스트 에디터(VS Code 등)로 열어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전체 선택 → 복사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40864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2.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Figma에서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html.to.design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실행 →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Import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→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Paste HTML(코드 붙여넣기)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선택.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65176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3.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복사한 HTML을 붙여넣고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Import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클릭.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962656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4.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각 요소가 레이어로 생성됩니다: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273552"/>
            <a:ext cx="10673791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– 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&lt;div&gt;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→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Frame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(오토레이아웃 추정)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584448"/>
            <a:ext cx="10673791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–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텍스트 →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Text 레이어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895344"/>
            <a:ext cx="10673791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–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인라인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&lt;svg&gt;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(아이콘·차트) →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Vector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4206240"/>
            <a:ext cx="10673791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–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배경·보더·그림자 →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Fill / Stroke / Effect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517136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방법 B — URL 임포트 (충실도 더 높음)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74336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플러그인은 URL을 직접 렌더해 가져올 때 레이아웃 정확도가 가장 높습니다.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321808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1.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로컬에서 폴더를 서빙: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Figma 연동 가이드 — 페이지를 편집 가능한 레이어로 임포트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임포트 방법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bash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352044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10783519" cy="1874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 npx serve figma-export        # 또는 VS Code "Live Server"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79676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1. 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html.to.design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→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Import web URL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에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http://localhost:3000/&lt;테마&gt;/&lt;카테고리&gt;/&lt;이름&gt;.html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입력 → Import.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564892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2.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(선택) 사내/공개 정적 호스팅에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figma-export/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를 올리면 팀원이 URL로 공유·임포트할 수 있습니다.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150108"/>
            <a:ext cx="54864" cy="658368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50108"/>
            <a:ext cx="11002975" cy="658368"/>
          </a:xfrm>
          <a:prstGeom prst="rect">
            <a:avLst/>
          </a:prstGeom>
          <a:solidFill>
            <a:srgbClr val="ED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204972"/>
            <a:ext cx="10692079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SPA 특성상 실서비스 URL(navynam.github.io/axhub-portal)은 </a:t>
            </a:r>
            <a:r>
              <a:rPr sz="1300" b="1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화면별 주소가 없어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홈만 잡힙니다. 그래서 </a:t>
            </a:r>
            <a:r>
              <a:rPr sz="1300" b="1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화면별 HTML 파일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을 쓰는 것이 정확합니다.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Figma 연동 가이드 — 페이지를 편집 가능한 레이어로 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4. 임포트 후 정리 팁 (디자이너)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컴포넌트화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반복되는 카드·버튼·pill·칩을 Figma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Component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로 승격 → 배리언트 정리.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오토레이아웃 점검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플러그인이 추정한 오토레이아웃을 방향/간격 기준으로 다듬기(카드 그리드는 Wrap).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6888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네이밍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프레임 이름을 화면/영역 기준으로 정리(LNB, 헤더, 카드그리드 등).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779776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색·타이포 스타일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아래 디자인 토큰을 Figma 스타일/변수로 등록해 재사용.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090672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화면 정렬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13개 프레임을 한 페이지(예: "AX-HUB / Screens")에 그리드로 배치.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401568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디자인 토큰(참고)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858768"/>
            <a:ext cx="11057839" cy="11155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색·간격·라운드·그림자는 코드에서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src/styles.css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의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:root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변수 </a:t>
            </a: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한 곳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에서 관리합니다(예: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--navy #0046FF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--accent #C6982E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--r-md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--shadow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). 전체 목록은 퍼블리싱가이드 참고. 토큰을 Figma </a:t>
            </a: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Variables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로 자동 동기화하려면 </a:t>
            </a: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Tokens Studio(Figma Tokens)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플러그인 + 토큰 JSON을 별도로 운용할 수 있습니다(필요 시 내보내기 지원 가능).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Figma 연동 가이드 — 페이지를 편집 가능한 레이어로 임포트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5. 재생성 (화면이 바뀌면)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코드/화면을 수정한 뒤 스냅샷을 갱신합니다.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bash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883664"/>
            <a:ext cx="11057839" cy="1101852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965960"/>
            <a:ext cx="10783519" cy="9372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1) dev 서버 실행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npm run dev            # http://localhost:5173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2) (다른 터미널) 스냅샷 재생성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node figma-export/_generate.mjs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076956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figma-export/html/*.html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preview/*.png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index.html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이 최신 화면으로 다시 생성됩니다.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662172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이후 Figma에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재임포트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하면 반영됩니다. (플러그인은 기존 레이어를 자동 병합하지 않으므로, 새 프레임으로 가져와 교체하는 방식 권장)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47388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특정 상태로 캡처하고 싶다면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704588"/>
            <a:ext cx="11057839" cy="8412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임포트는 </a:t>
            </a: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정적 스냅샷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이라 모달 열림·특정 탭 선택 등 상태는 캡처 시점 기준입니다. 예를 들어 "설정 → KEY 관리 탭" 화면이 필요하면,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_generate.mjs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의 해당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nav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에 클릭 단계를 추가한 뒤 재생성하세요.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Figma 연동 가이드 — 페이지를 편집 가능한 레이어로 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6. 방향 요약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8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3807"/>
                <a:gridCol w="4861636"/>
                <a:gridCol w="3622395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방향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방법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비고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코드 → Figma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(이 문서)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화면별 self-contained HTML → html.to.design 임포트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편집 가능한 레이어로 변환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디자인 토큰 동기화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styles.css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:root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→ Tokens Studio 변수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색·간격·타이포 일관성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Figma → 코드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(역방향)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Figma </a:t>
                      </a:r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Dev Mode MCP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연결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디자인을 코드에서 읽어 반영(추후 옵션)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Figma 연동 가이드 — 페이지를 편집 가능한 레이어로 임포트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