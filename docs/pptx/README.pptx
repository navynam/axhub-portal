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문서 인덱스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신한라이프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AX-HUB 사용자 포털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프로젝트 문서 모음입니다. 아래 순서대로 읽으면 기획 → 기능 → 구조 → 개발/퍼블 → API 순으로 전체를 파악할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읽는 순서 (역할별 추천)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365"/>
                <a:gridCol w="7525473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추천 경로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기획자 / PM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기획서 → 기능명세서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초급 개발자(온보딩)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개발가이드 → 아키텍처 → 기능명세서 → API명세서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디자이너 / 퍼블리셔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퍼블리싱 가이드 → 컴포넌트 카탈로그 → 기획서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개발자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가이드 → API명세서 → 아키텍처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문서 인덱스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목록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57"/>
                <a:gridCol w="1606694"/>
                <a:gridCol w="567068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기획·디자인·개발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개요, 역할, 정보구조(IA), 사용자 시나리오, 화면별 기획, 권한/상태 모델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기능명세서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개발·QA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화면별 기능 상세(기능ID·동작·예외), 공통 기능, 상태 전이표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아키텍처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프론트·백엔드 구조, 레이어링, 풀스택 호출관계도, 5인+디자이너 담당 배분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개발가이드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초급 개발자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 실행, 폴더 지도, 새 화면·API 추가 실습, 컨벤션, 디버깅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퍼블리싱 가이드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디자이너·퍼블리셔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디자인 토큰, 공통 클래스, 5개 테마, 반응형, 퍼블 주의사항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 카탈로그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 개발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컴포넌트 props·emit·사용처, 재사용 팝업 패턴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명세서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프론트·백엔드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REST API 계약(도메인별 엔드포인트), DTO, 구현/스캐폴드 구분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문서 인덱스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목록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8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57"/>
                <a:gridCol w="1606694"/>
                <a:gridCol w="5670687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가이드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백엔드 개발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패키지 구조, 레이어 규칙, 새 도메인 구현 실습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Figma 연동 가이드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디자이너·퍼블리셔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화면별 HTML(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figma-export/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)을 html.to.design으로 레이어 임포트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문서 인덱스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문서 유지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소스가 바뀌면 관련 문서도 같은 PR에서 갱신합니다. (특히 화면 추가/삭제 → 기획서·기능명세서·아키텍처)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모든 문서는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실제 소스(`src/`, `backend/`)를 근거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로 하며, 소스와 문서가 다르면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소스를 우선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문서 최상단에 "기준 소스 · 기준일"을 명시합니다.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779776"/>
            <a:ext cx="54864" cy="40233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779776"/>
            <a:ext cx="11002975" cy="402336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1069207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프로젝트 개요와 빠른 시작은 리포지토리 루트 README.md 를 참고하세요.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문서 인덱스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