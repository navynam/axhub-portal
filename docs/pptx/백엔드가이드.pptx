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대상: 백엔드를 처음 이어받는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초급 개발자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. 목적: 실행 방법 → 패키지/레이어 규칙 → 공통 컴포넌트 사용법 → 새 도메인을 표준 패턴으로 채우는 절차를 순서대로 익힌다. 정답지: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agent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permission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두 도메인이 완성 예시다. 나머지(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community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auth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)는 이 둘을 보고 동일하게 채운다.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백엔드가이드.md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실행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1.1 요구 사항 / 스택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11057838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732"/>
                <a:gridCol w="5830497"/>
                <a:gridCol w="432260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build.gradle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sourceCompatibility = '17'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Framework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Spring Boot 3.2.5 (Web / Data JPA / Security / Validation)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build.gradle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JWT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io.jsonwebtoken:jjwt 0.11.5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build.gradle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H2 인메모리(개발) → PostgreSQL/MySQL(운영)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build.gradle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application.yml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Lombok, Gradle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build.gradle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4805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1.2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3776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bash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175504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257800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cd backend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./gradlew bootRun        # http://localhost:8080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0644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H2 콘솔: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http://localhost:8080/h2-console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(JDBC URL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jdbc:h2:mem:axhub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user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비밀번호 없음).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실행 방법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프론트 실연동: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axhub-portal/.env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VITE_USE_API=true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VITE_API_BASE=http://localhost:8080/api/v1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1.3 application.yml 요지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40864"/>
          <a:ext cx="11057837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8382"/>
                <a:gridCol w="3170997"/>
                <a:gridCol w="487845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server.port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포트 (context-path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경로 접두어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/api/v1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는 컨트롤러에서 부여)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spring.datasource.url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jdbc:h2:mem:axhub;...;MODE=PostgreSQL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인메모리 H2, PostgreSQL 호환 모드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spring.jpa.hibernate.ddl-auto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create-drop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재시작 시 스키마 재생성(개발용).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운영은 `validate`/`none`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spring.jpa.show-sql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SQL 콘솔 출력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axhub.jwt.secret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expire-minutes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더미 시크릿 / 120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JWT 서명 키·만료.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운영은 환경변수/시크릿 주입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axhub.cors.allowed-origins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http://localhost:5173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개발 서버 허용 출처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패키지 구조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428853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4123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backend/src/main/java/com/axhub/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AxhubApplication.java      진입점 (@SpringBootApplication + @EnableJpaAuditing)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common/                    ★ 공통 (모든 도메인이 사용)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response/ApiResponse        {success,data,message} 표준 응답 래퍼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exception/BusinessException      업무 예외 (status + message)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exception/GlobalExceptionHandler 전역 예외 → 표준 실패 응답 변환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config/SecurityConfig      보안(JWT·CORS). 현재 permitAll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entity/BaseTimeEntity      createdAt/updatedAt 자동 기록 (MappedSuperclass)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agent/         ✅ 레퍼런스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AgentController.java   REST 엔드포인트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AgentService.java      업무 로직 + 트랜잭션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AgentRepository.java   Spring Data JPA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domain/Agent.java      엔티티 (DB 매핑 + 도메인 로직)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dto/AgentResponse.java 응답 DTO(record)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permission/    ✅ 레퍼런스 구현 (요청·승인 흐름)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PermissionController / PermissionService / PermissionRequestRepository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├─ domain/PermissionRequest.java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│  └─ dto/CreateRequestDto.java, RequestResponse.java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knowledge/     🔧 스캐폴드 (KnowledgeController 만)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community/     🔧 스캐폴드 (CommunityController 만)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resource/      🔧 스캐폴드 (ResourceController 만)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└─ auth/          🔧 스캐폴드 (AuthController 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패키지 구조 지도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도메인 표준 5요소 (매 도메인 동일)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93392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75688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com.axhub.&lt;도메인&gt;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&lt;도메인&gt;Controller.java   REST 엔드포인트 (얇게 유지, DTO in/out)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&lt;도메인&gt;Service.java      업무 로직 + @Transactional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&lt;도메인&gt;Repository.java   Spring Data JPA 인터페이스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domain/&lt;엔티티&gt;.java       DB 매핑 + 도메인 로직 메서드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└─ dto/*.java                요청/응답 DTO (record)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레이어 규칙 (반드시 지킬 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72694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5623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요청 → Controller → Service → Repository → DB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(얇게)     (로직/트랜잭션)  (JPA)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응답 ← DTO 변환 ←──┘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354580"/>
          <a:ext cx="11057838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326"/>
                <a:gridCol w="4807756"/>
                <a:gridCol w="48077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레이어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하지 말 것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매핑, 요청 바디 수신,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ApiResponse.ok(...)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로 감싸 반환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로직·DB 접근 금지 (얇게 유지)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Service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로직, 트랜잭션(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@Transactional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), 엔티티↔DTO 변환, 예외(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BusinessException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발생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컨트롤러/HTTP 세부 의존 금지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Repository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접근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JpaRepository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메서드명 쿼리)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로직 넣지 않기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domain(Entity)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테이블 매핑 + 도메인 로직(예: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toggleActive()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setter 남발·외부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new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금지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@NoArgsConstructor(PROTECTED)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요청/응답 전용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record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엔티티 대신 노출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10362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핵심 원칙 (agent 도메인이 보여주는 것):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레이어 규칙 (반드시 지킬 것)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엔티티 직접 노출 금지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항상 DTO(record)로 변환(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AgentResponse.from(entity)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순환참조·불필요 필드 노출·스펙 결합 방지.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조회는 `@Transactional(readOnly = true)`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변경은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@Transactional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도메인 로직은 엔티티 안에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두기(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Agent.toggleActive()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PermissionRequest.approve()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생성자 주입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@RequiredArgsConstructor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final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필드(Lombok).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공통 컴포넌트 사용법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4.1 ApiResponse (표준 응답)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93392"/>
            <a:ext cx="11057839" cy="91440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75688"/>
            <a:ext cx="10783519" cy="749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성공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return ApiResponse.ok(agentService.getAgents());   // {success:true, data:[...], message:null}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본문 없는 성공(삭제 등)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return ApiResponse.ok(null);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99232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ApiResponse.fail(message)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GlobalExceptionHandler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내부에서만 사용한다(컨트롤러에서 직접 실패 응답을 만들지 않는다).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2102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4.2 BusinessException (업무 예외)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78224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서비스에서 "예상된" 오류를 던지면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GlobalExceptionHandler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표준 실패 응답으로 바꾼다.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25696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663440"/>
            <a:ext cx="11057839" cy="110185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745736"/>
            <a:ext cx="10783519" cy="9372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단축 생성자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throw BusinessException.notFound("Agent 를 찾을 수 없습니다: " + id);   // 404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throw BusinessException.badRequest("반려 사유는 필수입니다.");           // 400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status 직접 지정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throw new BusinessException(HttpStatus.FORBIDDEN, "도구 권한이 없어 실행할 수 없습니다."); // 403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5673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@Valid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검증 실패는 자동으로 400 +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"필드명: 메시지"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변환된다(직접 처리 불필요).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공통 컴포넌트 사용법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4.3 BaseTimeEntity (생성/수정 시각)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엔티티가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extends BaseTimeEntity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하면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createdAt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updatedAt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이 JPA Auditing 으로 자동 기록된다.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7744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전제: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AxhubApplication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@EnableJpaAuditing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(이미 설정됨).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8833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DTO 로 노출할지는 선택(현재 agent/permission DTO 는 시각 필드 미노출).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9923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4.4 SecurityConfig (JWT/CORS)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5643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현재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anyRequest().permitAll()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모든 요청 무인증 통과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(개발 편의). CSRF off, 세션 STATELESS.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41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CORS: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http://localhost:5173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출처,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GET/POST/PUT/PATCH/DELETE/OPTIONS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모든 헤더, credentials 허용.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26864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인증 강화 순서(주석의 TODO): ①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JwtProvider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(발급/검증) → ②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JwtAuthFilter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addFilterBefore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등록 → ③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requestMatchers("/api/v1/auth/**").permitAll().anyRequest().authenticated()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새 도메인 추가 실습 — agent 를 정답지로 knowledge 채우기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현재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골격만 있고 빈 배열을 반환한다.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패턴을 그대로 복제해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Entity → Repository → DTO → Service → Controller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순으로 채운다. (엔티티부터 만들면 다음 레이어가 참조할 타입이 준비되어 편하다.)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목표 계약 (프론트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knowledgeService.js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 기준)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651760"/>
          <a:ext cx="11057838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672"/>
                <a:gridCol w="5528919"/>
                <a:gridCol w="449224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함수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/knowledge?category=&amp;scope=&amp;q=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fetchKnowledge(params)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/knowledge/categories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fetchCategoryTree()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/knowledge/{id}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fetchKnowledgeDetail(id)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16966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STEP 1. domain —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knowledge/domain/Knowledge.java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26864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Agent.java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참고. 프론트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models/types.js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필드와 맞춘다.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74336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212080"/>
            <a:ext cx="11057839" cy="110185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294376"/>
            <a:ext cx="10783519" cy="9372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@Entity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@Table(name = "knowledge")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@Getter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@NoArgsConstructor(access = AccessLevel.PROTECTED)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public class Knowledge extends BaseTimeEntity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새 도메인 추가 실습 — agent 를 정답지로 knowledge 채우기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241401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22494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@Id @Column(length = 20)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String id;              // 예: 'kb-01'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String name;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String description;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String owner;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String scope;           // enum 으로 승격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String perm;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int docs;               // 문서 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int linked;             // 연결 Agent 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String category;        // 카테고리 트리 leaf id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// 필요 시 도메인 로직 메서드 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STEP 2. Repository —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knowledge/KnowledgeRepository.java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988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AgentRepository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와 동일하게 인터페이스만. 필터는 메서드명 쿼리로.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463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084064"/>
            <a:ext cx="11057839" cy="91440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166360"/>
            <a:ext cx="10783519" cy="749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public interface KnowledgeRepository extends JpaRepository&lt;Knowledge, String&gt;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List&lt;Knowledge&gt; findByCategory(String category);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List&lt;Knowledge&gt; findByScope(String scope);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새 도메인 추가 실습 — agent 를 정답지로 knowledge 채우기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STEP 3. dto —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knowledge/dto/KnowledgeResponse.java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AgentResponse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처럼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from(entity)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정적 변환.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40864"/>
            <a:ext cx="11057839" cy="166420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10783519" cy="1499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public record KnowledgeResponse(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String id, String name, String desc, String owner,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String scope, String perm, int docs, int linked, String category)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public static KnowledgeResponse from(Knowledge k)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return new KnowledgeResponse(k.getId(), k.getName(), k.getDescription(),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        k.getOwner(), k.getScope(), k.getPerm(), k.getDocs(), k.getLinked(), k.getCategory());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9651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STEP 4. Service —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knowledge/KnowledgeService.java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5371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AgentService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패턴: 조회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없으면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BusinessException.notFound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01184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138928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221224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@Service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@RequiredArgsConstructor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public class KnowledgeService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final KnowledgeRepository repository;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@Transactional(readOnly = true)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새 도메인 추가 실습 — agent 를 정답지로 knowledge 채우기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241401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22494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public List&lt;KnowledgeResponse&gt; getKnowledge(String category, String scope, String q)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// 필터 분기(간단히 findAll 후 조건 필터 또는 메서드명 쿼리 사용)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return repository.findAll().stream().map(KnowledgeResponse::from).toList();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@Transactional(readOnly = true)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public KnowledgeResponse getOne(String id)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Knowledge k = repository.findById(id)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        .orElseThrow(() -&gt; BusinessException.notFound("지식을 찾을 수 없습니다: " + id));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return KnowledgeResponse.from(k);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STEP 5. Controller —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knowledge/KnowledgeController.java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 (기존 골격 대체)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988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스캐폴드의 빈 반환을 서비스 호출로 교체.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@RequestMapping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경로는 유지.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463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084064"/>
            <a:ext cx="11057839" cy="128930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166360"/>
            <a:ext cx="10783519" cy="11247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@RestController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@RequestMapping("/api/v1/knowledge")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@RequiredArgsConstructor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public class KnowledgeController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private final KnowledgeService service;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새 도메인 추가 실습 — agent 를 정답지로 knowledge 채우기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java (계속)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278892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2624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@GetMapping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public ApiResponse&lt;List&lt;KnowledgeResponse&gt;&gt; list(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    @RequestParam(required = false) String category,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    @RequestParam(required = false) String scope,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    @RequestParam(required = false) String q)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return ApiResponse.ok(service.getKnowledge(category, scope, q));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@GetMapping("/{id}")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public ApiResponse&lt;KnowledgeResponse&gt; detail(@PathVariable String id)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   return ApiResponse.ok(service.getOne(id));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// /categories 는 KnowledgeCategory(부모/자식) 엔티티 추가 후 별도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416552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4416552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471416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community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(Board),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(도구 권한 맵),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auth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(JwtProvider/UserRepository)도 같은 5단계를 반복한다.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resource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요청 생성은 새 로직을 만들지 말고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PermissionService.create(...)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재사용하는 것이 설계 의도다.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프론트 연동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새/변경 API 를 프론트와 붙일 때 확인할 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경로 일치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백엔드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@RequestMapping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+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@*Mapping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경로가 프론트 service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http.get/post/...('...')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와 정확히 같은가.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31136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(예: agent active 는 body 키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active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favorite 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fav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프론트 payload 키와 백엔드 파싱 키가 일치해야 함.)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5292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응답 래핑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컨트롤러가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ApiResponse.ok(...)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감쌌는가. (프론트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만 언랩)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3814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DTO 필드명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프론트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models/types.js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mock(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data.js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필드명과 DTO record 필드명이 같은가.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2336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에러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실패는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BusinessException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(적절한 status)로 던졌는가. 프론트는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HttpError.status/message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처리.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085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스위치 전환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프론트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.env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VITE_USE_API=true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VITE_API_BASE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설정 후 서비스가 mock 대신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타는지 확인.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9379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CORS/포트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프론트 5173 → 백엔드 8080 요청이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SecurityConfig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CORS 로 허용되는지.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7900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 규칙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새 API 는 프론트 service ↔ 백엔드 controller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양쪽을 같은 PR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반영(ARCHITECTURE.md §5).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부록. 참고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docs/ARCHITECTURE.md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전체 아키텍처·호출 관계도·담당 분할(§4~§8).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docs/API명세서.md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엔드포인트/DTO 명세(본 가이드와 짝).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backend/README.md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실행/레이어 요약.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백엔드 개발 가이드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