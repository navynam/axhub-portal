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280160" cy="82296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20116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794760"/>
            <a:ext cx="10332720" cy="1463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대상 독자: </a:t>
            </a:r>
            <a:r>
              <a:rPr sz="15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디자이너 · 퍼블리셔 · 초급 프론트 개발자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스택: Vue 3 + Vite. 스타일은 </a:t>
            </a:r>
            <a:r>
              <a:rPr sz="15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전역 단일 파일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src/styles.css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(약 1,800줄) 하나로 관리합니다. 서체: Pretendard(웹폰트는 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index.html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에서 jsDelivr CDN 로드). 이 문서는 기존 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DESIGN_GUIDE.md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를 흡수·확장한 최신본입니다. </a:t>
            </a:r>
            <a:r>
              <a:rPr sz="15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토큰·클래스 값은 모두 현재 `styles.css` 실제 정의 기준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입니다. (참고: 구 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DESIGN_GUIDE.md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의 일부 값 — 라운드 18/14/10, canvas 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#F4F7FB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— 은 옛 값이며 현재와 다릅니다. 아래 표를 신뢰하세요.)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· 신한라이프   |   퍼블리싱가이드.md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0. 스타일 구조 한눈에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src/styles.css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는 위에서 아래로 다음 순서로 구성됩니다.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645920"/>
          <a:ext cx="1105783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382"/>
                <a:gridCol w="789845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구역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:root { … }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디자인 토큰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(CSS 변수) — 색/라운드/그림자/포커스 링/사이드바 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리셋 +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body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박스모델 리셋, 서체, 기본 배경/텍스트,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:focus-visible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 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.app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.sidebar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(LNB)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.content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.app-header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.content-scroll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컴포넌트 클래스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버튼·pill·카드·탭·칩·그리드·트리·모달·토스트·FAB 등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페이지 전용 클래스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.mtb-*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.home-*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 · 실행(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.chat-*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.insight-*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 · 툴관리(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.tool-*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 · 시스템(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.io-*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.sm-*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@media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반응형 브레이크포인트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:root[data-theme="…"]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5개 테마 오버라이드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(토큰 재정의 + 구조 변형)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321808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전역 단일 파일이므로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색을 바꾸려면 `:root` 토큰 한 곳만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고치면 전 화면·전 테마 기본값에 반영됩니다.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디자인 토큰 (CSS 변수) — </a:t>
            </a:r>
            <a:r>
              <a:rPr sz="2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:root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기본(default) 테마의 토큰 전체입니다. 값은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styles.css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2–31행 실제 정의.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1-1. 브랜드 컬러 — 신한 블루 (주색)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103120"/>
          <a:ext cx="11057838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411"/>
                <a:gridCol w="1437519"/>
                <a:gridCol w="995205"/>
                <a:gridCol w="6634703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토큰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사용처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 브랜드·1차 액션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--navy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#0046FF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로고,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.btn-primary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사이드바 활성, 링크, 사용자 말풍선, FAB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보조 (Royal)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--navy-lt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#2878F5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그라데이션·호버·eyebrow·강조 텍스트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최심 (Navy)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--navy-deep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#00236E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히어로/FAB 그라데이션 시작점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옅은 틴트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--navy-soft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#E8EEFF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 메뉴 배경, 선택 칩,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.chip.on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.pill-owner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4992624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1-2. 보조 컬러 — 신한 골드 (강조)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5449824"/>
          <a:ext cx="11057838" cy="969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3102"/>
                <a:gridCol w="1682714"/>
                <a:gridCol w="1081745"/>
                <a:gridCol w="637027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토큰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사용처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--accent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#C6982E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.btn-accent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즐겨찾기 별, 진행 단계 현재 dot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디자인 토큰 (CSS 변수) — </a:t>
            </a:r>
            <a:r>
              <a:rPr sz="2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:root</a:t>
            </a: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8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3102"/>
                <a:gridCol w="1682714"/>
                <a:gridCol w="1081745"/>
                <a:gridCol w="637027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토큰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사용처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짙은 골드 텍스트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--accent-ink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#6B4F12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골드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틴트 위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텍스트(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.pill-pending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.sq-amber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배경 틴트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--accent-bg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#FAF3DE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골드 계열 배경(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.pill-pending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.info-note.warn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2980944"/>
            <a:ext cx="54864" cy="91440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2980944"/>
            <a:ext cx="11002975" cy="914400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3035808"/>
            <a:ext cx="10692079" cy="8046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⚠ </a:t>
            </a:r>
            <a:r>
              <a:rPr sz="13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주의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: 골드 원색(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--accent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) </a:t>
            </a:r>
            <a:r>
              <a:rPr sz="13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채움 위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의 텍스트는 토큰이 아니라 </a:t>
            </a:r>
            <a:r>
              <a:rPr sz="13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하드코딩 `#3A2A00`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을 씁니다(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.btn-accent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.guide-num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.toast.warn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). 틴트 배경 위는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--accent-ink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. 두 값을 혼동하지 마세요.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986784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1-3. 기능 컬러 (성공 / 경고) — 브랜드색 아님, 상태 신호 전용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4443984"/>
          <a:ext cx="11057838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7828"/>
                <a:gridCol w="1525219"/>
                <a:gridCol w="1143914"/>
                <a:gridCol w="610087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토큰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사용처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성공·보유·승인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--green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#0E8A66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.pill-active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.btn-green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지식(RAG), 토글 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 배경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--green-bg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#E3F4EE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그린 틴트 배경, 에이전트 말풍선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경고·반려·권한필요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--red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#D2403A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.pill-denied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.btn-danger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알림 dot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경고 배경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--red-bg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#FBECEA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레드 틴트 배경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디자인 토큰 (CSS 변수) — </a:t>
            </a:r>
            <a:r>
              <a:rPr sz="2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:root</a:t>
            </a: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1-4. 중립 컬러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55648"/>
          <a:ext cx="11057838" cy="314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0515"/>
                <a:gridCol w="3129577"/>
                <a:gridCol w="187774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토큰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본문 텍스트(딥 네이비 그레이)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--ink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#15223B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보조 텍스트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--gray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#565F6D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흐린 텍스트·플레이스홀더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--gray-lt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#8A94A3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경계선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--line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#E5E9F1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강한 경계선(호버·입력)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--line-strong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#D3D9E4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페이지 배경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--canvas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#F6F7F9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카드/표면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--card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#FFFFFF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사이드바(LNB) 배경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--sidebar-bg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#17284C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010912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1-5. 형태·효과 토큰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5468112"/>
          <a:ext cx="11057838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4069"/>
                <a:gridCol w="1685004"/>
                <a:gridCol w="6318765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토큰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라운드 큰(카드·히어로)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--r-lg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12px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디자인 토큰 (CSS 변수) — </a:t>
            </a:r>
            <a:r>
              <a:rPr sz="2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:root</a:t>
            </a: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8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4069"/>
                <a:gridCol w="1685004"/>
                <a:gridCol w="6318765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토큰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라운드 중(카드·입력·모달패널)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--r-md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10px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라운드 작(칩·작은버튼)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--r-sm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8px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그림자(카드)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--shadow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0 1px 2px rgba(15,23,42,.04), 0 4px 12px rgba(15,23,42,.05)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부상 그림자(호버·모달)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--shadow-hover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0 8px 20px rgba(15,23,42,.08), 0 22px 46px rgba(15,23,42,.11)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포커스 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0 0 0 3px rgba(0,70,255,.16)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사이드바 폭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--sidebar-w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236px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4626864"/>
            <a:ext cx="54864" cy="658368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4626864"/>
            <a:ext cx="11002975" cy="658368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681728"/>
            <a:ext cx="10692079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알약(pill) 라운드는 토큰이 아니라 값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999px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를 직접 씁니다.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.btn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라운드도 토큰이 아닌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9px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하드코딩(디자인상 카드보다 살짝 덜 둥글게).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타이포그래피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서체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'Pretendard Variable', Pretendard, 'Malgun Gothic', system-ui, sans-serif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(body 지정).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기준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font-size: 14px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/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line-height: 1.6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/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letter-spacing: -.01em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/ 안티에일리어싱 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숫자 정렬이 필요한 곳은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font-variant-numeric: tabular-nums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(스탯·랭킹).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79776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크기 위계 (실제 값 기준)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3236976"/>
          <a:ext cx="11057838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125"/>
                <a:gridCol w="4914595"/>
                <a:gridCol w="4356118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레벨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예시 클래스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크기 / 굵기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페이지 타이틀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.page-title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26px / 800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히어로 제목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.home-hero h2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22px / 800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상단 타이틀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.app-title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18px / 800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섹션 제목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.section-title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.section-heading .sec-t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14.5–15px / 800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카드 이름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.ax-name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.kn-card-name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14–14.5px / 800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body / 버튼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13–14px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타이포그래피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8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125"/>
                <a:gridCol w="4914595"/>
                <a:gridCol w="4356118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레벨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예시 클래스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크기 / 굵기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캡션·메타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.agent-owner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.tree-label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10.5–12px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eyebrow(라벨)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.eyebrow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.tree-label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11–11.5px / 750,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letter-spacing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양수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272491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굵기는 700/750/800 을 주로 사용(650 = 얇은 강조, 800 = 제목/헤드).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공통 클래스 카탈로그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54864" cy="658368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298448"/>
            <a:ext cx="11002975" cy="658368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353312"/>
            <a:ext cx="10692079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실제 존재하는 클래스만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정리합니다. 각 요소는 대부분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&lt;button&gt;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&lt;div&gt;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에 클래스를 조합해 씁니다.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48256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3-1. 버튼 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.btn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05456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기본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.btn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+ 변형(색) + 크기 조합.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852928"/>
          <a:ext cx="11057838" cy="3493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2158"/>
                <a:gridCol w="4998749"/>
                <a:gridCol w="3786931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모양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용도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.btn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높이 37px, 라운드 9px (기본 골격)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항상 함께 사용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.btn-primary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신한 블루 채움 + 블루 그림자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액션(요청 등록, 실행)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.btn-accent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골드 채움(텍스트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#3A2A00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강조 액션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.btn-green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그린 채움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등 성공 액션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.btn-ghost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흰 배경 + 테두리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취소·보조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.btn-danger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레드 틴트 배경/텍스트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반려·삭제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.btn-gray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회색(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#6B7280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 채움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중립 강조(권한 요청 등)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.btn-sm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높이 32px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카드/행 안 작은 버튼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.btn-block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width:100%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폭 채움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공통 클래스 카탈로그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8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2158"/>
                <a:gridCol w="4998749"/>
                <a:gridCol w="3786931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모양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용도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.btn:disabled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opacity .5, 그림자 제거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비활성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212140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html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359152"/>
            <a:ext cx="11057839" cy="726948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441448"/>
            <a:ext cx="10783519" cy="5623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&lt;button class="btn btn-primary"&gt;요청 등록&lt;/button&gt;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&lt;button class="btn btn-ghost btn-sm"&gt;취소&lt;/button&gt;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&lt;button class="btn btn-ghost btn-block fp-new"&gt;&lt;Icon name="plus" :size="14"/&gt; 새 폴더&lt;/button&gt;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17754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3-2. 상태 pill 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.pill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634740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.pill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은 앞에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::before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상태 점(dot)을 자동으로 찍습니다.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flat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을 더하면 점 제거. 색은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StatusPill.vue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가 권한 상태값 → 클래스로 매핑합니다(아래 4장 컴포넌트 참고).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4256532"/>
          <a:ext cx="11057837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4936"/>
                <a:gridCol w="1745974"/>
                <a:gridCol w="494692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색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.pill-active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사용중(권한 보유)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.pill-pending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골드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요청중(승인 대기)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.pill-none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권한없음/만료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.pill-denied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반려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.pill-owner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블루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 소유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공통 클래스 카탈로그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7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4936"/>
                <a:gridCol w="1745974"/>
                <a:gridCol w="494692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색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.pill-sm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(크기)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20px 소형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.pill.flat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점(dot) 없는 pill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2468880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html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706624"/>
            <a:ext cx="11057839" cy="539496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788920"/>
            <a:ext cx="10783519" cy="3749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&lt;span class="pill pill-active"&gt;사용중&lt;/span&gt;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&lt;span class="pill pill-pending pill-sm"&gt;요청중&lt;/span&gt;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33756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3-3. 카드 · 섹션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3794760"/>
          <a:ext cx="11057838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1459"/>
                <a:gridCol w="4616379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용도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.card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흰 표면 + 경계 +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--r-md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. 모든 패널의 기본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.section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.section-title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.section-title .count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섹션 묶음 + 제목 + 개수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.section-head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.section-heading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.sec-t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.sec-sub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.section-more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제목·부제 + 더보기 링크 헤더 모듈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.empty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.empty b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빈 상태 안내 블록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공통 클래스 카탈로그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3-4. 탭 / 툴바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55648"/>
          <a:ext cx="1105783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0995"/>
                <a:gridCol w="7416843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용도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.tabs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+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.tabs button.on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세그먼트 탭. 활성 =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다크 알약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--ink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배경 흰 글씨)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.tabs button .n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탭 옆 개수 배지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.tabs .tab-ic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탭 앞 아이콘(골드 톤)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.tabs.tabs-sub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2번째 탭 줄(유형 탭). 활성 =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블루 알약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.catalog-toolbar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탭+검색+필터를 상단 sticky 고정하는 툴바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3968496"/>
            <a:ext cx="54864" cy="658368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3968496"/>
            <a:ext cx="11002975" cy="658368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4023360"/>
            <a:ext cx="10692079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참고: 구 가이드의 "언더라인 탭"은 현재 구현과 다릅니다. </a:t>
            </a:r>
            <a:r>
              <a:rPr sz="13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현재 탭은 알약(세그먼트)형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718304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3-5. 검색 · 셀렉트 · 보기 전환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5175504"/>
          <a:ext cx="11057838" cy="969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2247"/>
                <a:gridCol w="6565591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용도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.search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.search input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검색 입력 박스.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:focus-within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시 블루 테두리 +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--ring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공통 클래스 카탈로그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8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2247"/>
                <a:gridCol w="6565591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용도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.select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커스텀 셀렉트(우측 셰브론은 인라인 data-URI SVG)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.filters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검색/셀렉트 가로 배열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.view-toggle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button.on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카드/리스트 보기 토글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.date-range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.date-clear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기간(날짜 범위) 조회 입력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.toggle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.toggle.on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.toggle.sm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스위치 토글(켜짐=그린)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76732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3-6. 칩 / 필터 / 태그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4224528"/>
          <a:ext cx="11057838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7938"/>
                <a:gridCol w="68399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용도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11155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.chip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.chip.on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.chip.clear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둥근 필터 칩(선택 시 블루 틴트).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: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.chip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은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styles.css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에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 번 정의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됨 — 툴 필터용(둥근 테두리 칩)과 채팅 추천질문용(블루 알약). 뒤 정의가 우선하므로 채팅 영역 밖에서 쓸 땐 확인 필요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.folder-chip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.on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.add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.fc-n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폴더 필터 칩(개수 배지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.fc-n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새폴더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.add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=점선)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공통 클래스 카탈로그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8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7938"/>
                <a:gridCol w="68399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용도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.hashtag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.on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.clear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해시태그 검색 칩(선택 시 다크)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.ax-tag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카드 안 소형 태그(회색 테두리)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.scope-tag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공개 범위 태그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.hashtags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해시태그 묶음(스크롤 영역)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163824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3-7. 에이전트/지식 그리드·카드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3621024"/>
          <a:ext cx="11057838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4595"/>
                <a:gridCol w="6143243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용도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.grid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범용 auto-fill 카드 그리드(min 272px)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.ax-grid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.ax-card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설계서 표준 Agent 카드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그리드(min 280px)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.ax-card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내부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.ax-fav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(즐겨찾기),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.ax-card-body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.ax-name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.ax-desc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.ax-tags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.ax-tag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.ax-actions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.ax-folder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.ax-share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.ax-run-meta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.agent-card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.agent-list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.alr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대안 Agent 카드 / 리스트(행) 보기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공통 클래스 카탈로그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8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4595"/>
                <a:gridCol w="6143243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용도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.kn-cards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.kn-card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지식 카드 그리드(min 258px) + 내부(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.kn-card-name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등)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.kn-row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.kn-body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.kn-name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.kn-meta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지식 리스트 행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2980944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3-8. 트리 (지식 컬렉션)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3438144"/>
          <a:ext cx="11057838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7949"/>
                <a:gridCol w="6129889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용도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.kn-tree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좌측 sticky 트리 패널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.tree-label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트리 상단 라벨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.tree-scroll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스크롤 영역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.tree-row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.on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트리 한 줄(활성 = 블루 틴트)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.tree-caret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.open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.ghost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펼침 화살표(열림=90° 회전, ghost=자식없음 자리맞춤)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.tree-ic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.tree-name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.tree-count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아이콘 / 이름 / 개수 배지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공통 클래스 카탈로그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들여쓰기는 인라인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padding-left: (8 + depth*15)px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계산합니다(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KnowledgeTreeNode.vue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3-9. 스퀘어 아이콘/아바타 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.sq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103120"/>
          <a:ext cx="11057838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6634"/>
                <a:gridCol w="4691204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용도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.sq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42px 라운드 사각 아바타 골격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.sq-navy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.sq-green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.sq-amber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블루/그린/골드 그라데이션 톤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.sq-sm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(34px)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.sq-lg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(52px)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크기 변형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621024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3-10. 진행 단계(스텝) </a:t>
            </a:r>
            <a:r>
              <a:rPr sz="1700" b="1">
                <a:solidFill>
                  <a:srgbClr val="0046FF"/>
                </a:solidFill>
                <a:latin typeface="Consolas"/>
                <a:ea typeface="Consolas"/>
                <a:cs typeface="Consolas"/>
              </a:rPr>
              <a:t>.steps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4078224"/>
          <a:ext cx="11057838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8878"/>
                <a:gridCol w="531896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용도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.steps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.step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.step .dot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가로 스텝퍼 + 원형 번호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.step.done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.step.now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.step.fail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완료(그린) / 진행중(골드) / 실패(레드)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.step-line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.done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스텝 사이 연결선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559612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Steps.vue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가 요청 상태(pending/approved/denied)를 이 클래스들로 렌더합니다.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공통 클래스 카탈로그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3-11. 툴 카탈로그 (도구·미들웨어·스킬·MCP)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55648"/>
          <a:ext cx="11057838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19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용도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.tool-card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.ax-card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재사용 + 툴 전용 상단/상태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.tool-ic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+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.t-tool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.t-middleware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.t-skill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.t-mcp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유형별 아이콘 배경색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.tool-kind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+ 동일 유형 클래스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 라벨 배지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.tool-stat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+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.s-granted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.s-pending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.s-owner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카드 우상단 권한 상태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.proto-badge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.proto-dot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+ 연결방식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.p-built-in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.p-custom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.p-http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.p-mcp-http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.p-mcp-stdio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원천 시스템 톤(파랑/보라/청록/주황/초록)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.tool-list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.tool-row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.tool-name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.tool-meta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.tool-act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리스트 보기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59612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3-12. 모달 / 팝업 공통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공통 클래스 카탈로그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8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19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용도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.overlay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반투명 딤 + 블러 배경(모달 래퍼).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@click.self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로 닫기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.modal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모달 패널(min 470px, pop 애니메이션)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.modal-close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우상단 닫기(X) 버튼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.modal h3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.modal .target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모달 제목 / 대상 표기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.field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label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input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select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textarea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.field .req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폼 필드 + 필수(*)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.modal-actions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하단 버튼 줄(버튼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flex:1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.modal-info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.modal-prompt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.modal-folder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.modal-report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.modal-detail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.modal-settings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 컴포넌트별 폭·내용 변형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.confirm-modal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.confirm-ic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.confirm-title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.confirm-desc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.confirm-actions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소형 확인 알럿(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.overlay.confirm-scrim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.launch-modal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빌더 실행 런처(BuilderModal)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공통 클래스 카탈로그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3-13. 토스트 · FAB · 기타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55648"/>
          <a:ext cx="11057838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71418"/>
                <a:gridCol w="518642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용도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.toasts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.toast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.ok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.warn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우하단 알림 토스트(기본 다크 / 성공 그린 / 경고 골드)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.fab-dock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.fab-main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.fab-actions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.fab-action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.fab-avatar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.tone-blue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.tone-green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.tone-gold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우측 플로팅 생성 버튼(드래그 이동)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.cb-panel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계열 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.cb-head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.cb-body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.cb-input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우하단 챗봇 팝업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.res-chip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+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.res-granted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.res-pending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.res-none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.res-denied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도구 권한 칩(정보 모달)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.ready-pill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.ok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.no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가능 여부 배지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공통 클래스 카탈로그  · (계속)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54864" cy="1170432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298448"/>
            <a:ext cx="11002975" cy="1170432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353312"/>
            <a:ext cx="10692079" cy="10607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페이지 전용 클래스군(문서 범위 밖 상세) — 홈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.mtb-*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.home-*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.quick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.conv-*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, 실행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.chat-*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.insight-*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.msg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.bubble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, 권한신청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.acc-*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.line-*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(결재선), 시스템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.io-*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(IT운영)·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.sm-*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(모니터링). 필요 시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styles.css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해당 구역 주석으로 탐색하세요.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5개 테마 컨셉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store.theme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값을 App.vue 의 watcher 가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document.documentElement[data-theme]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반영하고,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styles.css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하단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:root[data-theme="…"]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블록이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토큰을 재정의 + 일부 구조를 변형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합니다.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SettingsModal.vue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에서 선택합니다.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94560"/>
          <a:ext cx="11057837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3271"/>
                <a:gridCol w="1763827"/>
                <a:gridCol w="1424629"/>
                <a:gridCol w="1424629"/>
                <a:gridCol w="1221111"/>
                <a:gridCol w="4070370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테마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data-theme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주색 / 강조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canvas / card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라운드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카드/레이아웃 변형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기본(신한 CI)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default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(오버라이드 없음)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#0046FF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#C6982E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#F6F7F9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#FFF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12/10/8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표준 반응형 그리드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111556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베토 그리드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bento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#4F46E5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#F59E0B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#EFF0F8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#FFF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22/18/12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(크게)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테두리 없는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파스텔 색면 타일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(6색 순환), 900px↑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4열 dense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매트릭스에서 앞 2개 카드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span 2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컨트롤은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알약(999px)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111556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다이나믹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dynamic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#7C3AED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#EC4899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#F5F3FB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#FFF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18/16/11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포스터형 카드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(상단 6px 무지개 그라데 스트립), 강한 호버 리프트(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translateY(-8px) scale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), 그라데이션 버튼/아바타/CI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5개 테마 컨셉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7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3271"/>
                <a:gridCol w="1763827"/>
                <a:gridCol w="1424629"/>
                <a:gridCol w="1424629"/>
                <a:gridCol w="1221111"/>
                <a:gridCol w="4070370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테마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data-theme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주색 / 강조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canvas / card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라운드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카드/레이아웃 변형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111556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미니멀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minimal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#111827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#6B7280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#FBFBFC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#FFF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3/3/2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(각짐)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그림자·리프트 전부 제거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각진 하이라인.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.ax-grid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가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세로 행 리스트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(카드=한 줄)로 변형, 태그는 대문자 소형 라벨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다크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dark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#3B82F6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#F5B301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#0E1116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/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#171B22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12/10/8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딥 다크·고대비, ink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#E7EAF0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green/red 도 재정의. 카드 호버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네온 글로우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(블루 링), 헤더 블러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023360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핵심 근거(실제 규칙):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70832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bento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.card/.ax-card/.kn-card/.mtb-* …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에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border:none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+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box-shadow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nth-child(6n+…)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6색 파스텔,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@media(min-width:900px)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에서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grid-template-columns: repeat(4,1fr); grid-auto-flow:dense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+ 1·2번째 카드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grid-column: span 2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23036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dynamic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.ax-card::before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상단 그라데이션 바,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:hover { transform: translateY(-8px) scale(1.025) }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.btn-primary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가 보라→핑크 그라데이션.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81558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minimal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box-shadow:none !important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+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.ax-grid { display:flex; flex-direction:column }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각 카드가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flex-direction:row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한 줄로. 태그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text-transform:uppercase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5개 테마 컨셉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dark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토큰 전면 재정의(중립·기능색 포함),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.ax-card:hover { box-shadow: 0 0 0 1px rgba(59,130,246,.6), var(--shadow-hover) }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83664"/>
            <a:ext cx="54864" cy="91440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883664"/>
            <a:ext cx="11002975" cy="914400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938528"/>
            <a:ext cx="10692079" cy="8046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는 별도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[data-theme="default"]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블록이 없습니다. watcher 가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data-theme="default"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를 붙여도 매칭 규칙이 없어 </a:t>
            </a:r>
            <a:r>
              <a:rPr sz="13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기본 `:root` 토큰이 그대로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쓰입니다(정상 동작).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반응형 규칙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기본 레이아웃은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.app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(가로 flex: 사이드바 + 콘텐츠). 주요 브레이크포인트: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645920"/>
          <a:ext cx="11057838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382"/>
                <a:gridCol w="789845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동작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max-width: 1520px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IT운영(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.itops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 3분할 →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세로 스택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(피드/챗 풀폭), 스플릿 핸들 숨김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max-width: 1100px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모니터링 KPI 6열 → 3열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max-width: 1080px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.mtb-grid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.mtb-panels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→ 1열, 타일/스탯 2열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max-width: 980px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.run-layout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(채팅) → 1열,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.insight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.chat-side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sticky 해제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`max-width: 920px`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`.app` 세로 전환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사이드바가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상단 가로 바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(스크롤)로, 라벨 숨김, 홈/가이드 1열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max-width: 900px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모니터링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.sm-grid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1열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max-width: 860px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지식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.kn-layout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/권한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.acc-grid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1열, 트리 sticky 해제,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.stat-row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2열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max-width: 760px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 리스트 owner/meta 열 숨김, 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.io-work-grid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1열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max-width: 720px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신고함 행 세로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반응형 규칙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8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382"/>
                <a:gridCol w="789845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동작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max-width: 640px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모니터링 KPI 2열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@container iomain (…)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IT운영 대시보드는 </a:t>
                      </a:r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컨테이너 쿼리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사용 — 패널 폭을 드래그로 줄여도 KPI가 860/620/400px 기준으로 접힘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prefers-reduced-motion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모든 애니메이션/트랜지션 제거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072384"/>
            <a:ext cx="11057839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▸ </a:t>
            </a:r>
            <a:r>
              <a:rPr sz="1700" b="1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사이드바 접기(상태 클래스, 미디어 아님)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529584"/>
            <a:ext cx="1105783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.app.nav-collapsed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→ 사이드바 68px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아이콘 레일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하위 메뉴는 hover 시 </a:t>
            </a: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플라이아웃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.nav-collapsed .side-sub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position:absolute)으로 노출. 토글은 App.vue 의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navCollapsed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ref.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⚠ 퍼블리셔 주의사항 (소스에서 실제 관찰됨)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14081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1.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인라인 SVG 아이콘 색은 `currentColor`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Icon.vue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의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&lt;svg&gt;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stroke="currentColor" fill="none"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따라서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부모의 `color`(CSS `var()` 가능)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색이 정해집니다. 아이콘 색을 바꾸려면 부모 요소의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color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를 조정하세요(별도 fill 지정 불필요). 일부 채움형은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svg { fill: currentColor }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규칙으로 채웁니다(예: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.tabs .tab-ic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.fav-btn.on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.chip svg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706624"/>
            <a:ext cx="10966399" cy="11338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1.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data-URI(문자열 안) SVG 는 CSS `var()` 미지원 → hex 하드코딩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.select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의 셰브론은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background-image: url("data:image/svg+xml,…stroke='%23626D7A'…")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이 색은 토큰과 무관하게 문자열에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`#626D7A` 로 박혀 있습니다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토큰을 바꿔도 이 화살표 색은 안 바뀌니, 필요하면 data-URI 문자열의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%23626D7A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를 직접 수정하세요.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840480"/>
            <a:ext cx="10966399" cy="11338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1.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토큰이 아닌 하드코딩 색이 일부 존재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— 골드 위 텍스트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#3A2A00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연결방식 배지(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.proto-badge.p-*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)의 원천 시스템 색(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#2563EB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#9333EA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등), 다크 테마 보정용 회색(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#212734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등). 이들은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의도된 예외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이므로, 브랜드 색 조정 시엔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:root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토큰만 바꾸고 이 하드코딩 값은 개별 확인이 필요합니다.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974336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1.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색 변경은 반드시 `:root` 한 곳에서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— 전 화면·전 컴포넌트가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var(--토큰)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을 참조하므로, 토큰 하나만 고치면 일괄 반영됩니다. 개별 클래스에 색을 직접 박지 마세요.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5955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1.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`.chip` 중복 정의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— 툴 필터용과 채팅 추천질문용 두 번 선언되어 뒤 정의가 이깁니다. 새로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.chip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을 쓸 땐 의도한 모양이 나오는지 확인하세요.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⚠ 퍼블리셔 주의사항 (소스에서 실제 관찰됨)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1.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테마별로 구조가 바뀜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— 같은 마크업(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.ax-card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)이 minimal 에선 한 줄 행, bento 에선 색면 타일이 됩니다. 새 카드 컴포넌트를 만들면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5개 테마 모두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에서 확인하세요(특히 minimal 의 flex-row, bento 의 nth-child 색).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7. 퍼블리셔 작업 규칙 (styles.css 안전 수정 가이드)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원본은 `src/styles.css` 단 하나.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새 CSS 파일을 만들지 말고 이 파일에 이어 쓰세요.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추가 위치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공통 컴포넌트면 관련 구역(버튼/카드/모달 등) 근처에, 페이지 전용이면 해당 페이지 구역(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.io-*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.mtb-*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처럼 접두어)에 배치합니다. 접두어 네이밍(도메인-요소)을 지키면 충돌이 줄어듭니다.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공통화 판단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두 곳 이상에서 반복되면 토큰/유틸 클래스로 승격. 색은 항상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var(--토큰)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라운드/그림자도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var(--r-*)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var(--shadow*)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사용.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054096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테마 오버라이드가 필요하면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파일 하단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:root[data-theme="…"]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블록에 추가(기본 규칙은 위쪽 공통 구역, 테마 변형은 아래쪽).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!important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는 테마에서 기본 규칙을 덮을 때만 최소로.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13632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반응형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은 가급적 기존 브레이크포인트(920/860/760px 등)에 맞춰 추가해 일관성 유지.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22452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접근성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포커스는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:focus-visible { outline }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+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--ring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유지. 인터랙션 요소엔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aria-label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title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을 컴포넌트에서 이미 넣고 있으니 마크업 변경 시 보존하세요.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80974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소스(컴포넌트/스토어)는 이 문서 범위가 아니며, 스타일 외 로직은 프론트 개발자와 협의하세요.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퍼블리싱 가이드 (디자인 시스템)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