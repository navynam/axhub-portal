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 시스템: 신한라이프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AX-HUB 사용자 포털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(프로토타입) 기술 스택: Vue 3 + Vite SPA, 목(Mock) 데이터 기반,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중심 간이 라우팅 문서 목적: 초급 개발자·QA 가 화면별 기능을 테스트 케이스로 바로 활용할 수 있도록 실제 소스(코드/라벨) 기준으로 기능을 도출한다. 기준 소스: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src/data.js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src/store/**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src/pages/**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src/components/**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기능명세서.md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문서 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0.1 기능 ID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F-{도메인}-{3자리 순번}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형식. 예)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F-AGT-001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8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362"/>
                <a:gridCol w="3649086"/>
                <a:gridCol w="619239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도메인 코드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화면(페이지)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라우팅 키(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store.page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CMN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공통(헤더·사이드바·토스트·FAB 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(전역)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/ 워크스페이스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home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카탈로그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실행(대화)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툴 관리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라운지(커뮤니티)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게시판 id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notice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guide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qna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faq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lounge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MYP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마이페이지(내 요청함/승인함)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신청(결재선)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문서 규약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362"/>
                <a:gridCol w="3649086"/>
                <a:gridCol w="619239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도메인 코드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화면(페이지)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라우팅 키(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store.page</a:t>
                      </a: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sysmon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관리(AIOps)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itops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 전파(Computer-Use)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computeruse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DLY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일일점검 보고서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daily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4381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0.2 화면 목록 인덱스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895344"/>
          <a:ext cx="11057837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31"/>
                <a:gridCol w="2440787"/>
                <a:gridCol w="2928945"/>
                <a:gridCol w="1269209"/>
                <a:gridCol w="36123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라우팅 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/ 워크스페이스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home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[홈]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카탈로그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[에이전트 &gt; 에이전트 카탈로그]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실행(대화)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카탈로그/상세/커뮤니티에서 [실행]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지식관리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[지식관리]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문서 규약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31"/>
                <a:gridCol w="2440787"/>
                <a:gridCol w="2928945"/>
                <a:gridCol w="1269209"/>
                <a:gridCol w="36123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라우팅 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툴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tools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[에이전트 &gt; 툴 관리]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라운지(커뮤니티)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게시판 id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[라운지 &gt; 게시판]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마이페이지(요청함/승인함)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사용자·관리자(승인함은 관리자)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[마이페이지 &gt; 내 요청함 / 승인함]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신청(결재선)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사용자·관리자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사이드바 [추천 자료 &gt; 권한 신청 방법]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sysmon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[시스템 관리 &gt; 시스템 모니터링]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관리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전용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itops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[시스템 관리 &gt; IT 운영 관리]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 전파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computeruse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[시스템 관리 &gt; 현황 전파]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일일점검 보고서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전용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daily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[시스템 관리 &gt; 일일점검 보고서]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문서 규약  · (계속)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역할(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store.role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)은 헤더의 [사용자]/[관리자] 토글로 전환하는 데모용 값이다. 관리자 전용 메뉴(시스템 관리, 승인함)는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role === 'admin'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일 때만 LNB 에 노출된다.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4825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0.3 권한 상태 값 (공통)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enums.js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기준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값: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852928"/>
          <a:ext cx="11057838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856"/>
                <a:gridCol w="2126507"/>
                <a:gridCol w="70174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라벨(pill)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소유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만든 리소스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사용중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보유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대기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expired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만료(시드 표시용, 전이 로직 없음)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5413248"/>
            <a:ext cx="54864" cy="40233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5413248"/>
            <a:ext cx="11002975" cy="402336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468112"/>
            <a:ext cx="1069207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상세 전이는 문서 말미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권한 상태 전이표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참고.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홈 / 워크스페이스 (F-HOME)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로그인 후 첫 진입 화면. My Agent·Work Space·현황 스탯·커뮤니티 요약을 한눈에 제공(설계서 "Main Type B").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home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src/pages/Home.vue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참고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본 화면의 목록 데이터(폴더 트리·워크스페이스 카드·스탯·커뮤니티 컬럼)는 화면 확인용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정적 샘플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이며 store 를 읽지 않는다. 실제 동작은 대부분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go()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화면 이동뿐이다.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2219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279392"/>
          <a:ext cx="11057837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25"/>
                <a:gridCol w="1975091"/>
                <a:gridCol w="4389091"/>
                <a:gridCol w="2048242"/>
                <a:gridCol w="182878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에이전트 건수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상단에 "등록한 에이전트 : N건"을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(정적값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registeredCount=7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표시, 상호작용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 Agent 검색 입력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"Agent 검색" 입력창 노출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 UI, 필터 미동작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홈 / 워크스페이스 (F-HOME)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25"/>
                <a:gridCol w="1975091"/>
                <a:gridCol w="4389091"/>
                <a:gridCol w="2048242"/>
                <a:gridCol w="182878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 Agent 폴더 트리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"나의 업무/미분류" 폴더와 하위 에이전트 항목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myAgentFolders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 Agent 항목/전체보기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항목 또는 "전체 보기(→)" 클릭 → 에이전트 카탈로그로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go('agents')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 Space 카드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워크스페이스 카드 또는 "전체 보기" 클릭 → 카탈로그로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go('agents')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액션 타일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"에이전트 직접 만들기 / 가져오기 / 즐겨찾기 2종" 타일 클릭 → 카탈로그로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go('agents')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정적 타일, 실제 생성 아님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 스탯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나의 에이전트/승인된 에이전트/권한요청 지식/권한요청 도구 수치 4종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stats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F-HOME-008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커뮤니티 컬럼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공지사항/커뮤니티/문의 및 오류/사용자가이드 컬럼의 항목·더보기 클릭 → 라운지로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go('community')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go(col.to)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홈 / 워크스페이스 (F-HOME)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없음(모두 컴포넌트 로컬 상수). 쓰기: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665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유일한 외부 의존: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go(page)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(세션 모듈)로 화면 전환.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대부분의 클릭이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(카탈로그) 또는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(라운지)로 이동.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에이전트 카탈로그 (F-AGT)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에이전트 검색·필터·즐겨찾기·폴더 그룹화·실행/권한요청. 핵심 규칙: "에이전트는 누구나 사용 가능하지만, 활용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도구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를 모두 보유해야 실행 가능".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src/pages/Agents.vue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6265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19856"/>
          <a:ext cx="11057837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552"/>
                <a:gridCol w="1708213"/>
                <a:gridCol w="4099715"/>
                <a:gridCol w="1913200"/>
                <a:gridCol w="2528157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탭 전환(내/전체/즐겨찾기)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 Agent]=소유, [전체 Agent]=타 에이전트+활성 소유, [즐겨찾기]=별표한 것으로 목록 전환. 각 탭 개수 배지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store.agents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 비었으면 전용 빈상태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 검색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"Agent 검색" 입력 → 이름·설명·소유 부서 부분일치 필터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공백 무시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셀렉트 [상태 전체/실행 가능/도구 권한 필요]로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agentReady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resourcePerm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실행가능=도구 전부 보유+(소유는 활성)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에이전트 카탈로그 (F-AGT)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552"/>
                <a:gridCol w="1708213"/>
                <a:gridCol w="4099715"/>
                <a:gridCol w="1913200"/>
                <a:gridCol w="2528157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보기 전환(카드/리스트)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그리드/리스트 아이콘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폴더 칩 필터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[전체]+폴더칩 클릭으로 폴더별 필터. 폴더별 개수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folderFilter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'전체'는 폴더별 섹션 그룹화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폴더 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[+ 새 폴더] → PromptDialog 입력 → 폴더 생성 후 해당 폴더로 필터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addFolder(name)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이름/중복은 무시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해시태그(도구) 필터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도구명 해시태그 클릭 → 해당 도구 사용 에이전트만. 재클릭/[초기화]로 해제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tagFilter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토글식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공유순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목록을 공유 횟수(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shares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내림차순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F-AGT-009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 토글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별(★) 클릭 → 즐겨찾기 추가/해제 +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toggleFavorite(agent)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카드/리스트 양쪽 제공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에이전트 카탈로그 (F-AGT)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552"/>
                <a:gridCol w="1708213"/>
                <a:gridCol w="4099715"/>
                <a:gridCol w="1913200"/>
                <a:gridCol w="2528157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활성/비활성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 에이전트의 토글 스위치 → 활성/비활성 +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toggleActive(agent)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perm==='owner'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)만 노출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폴더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카드의 폴더 버튼 클릭 → FolderPickerModal 열림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moveAgentToFolder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(모달)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F-AGT-101~ 참고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정보 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본문(또는 리스트 ≡) 클릭 → AgentInfoModal 열림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(모달)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Enter 키도 지원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전부 보유 시 [실행] 클릭 → 대화 화면 진입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openRun(agent)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소유+비활성이면 버튼 disabled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 도구가 전부 '요청중'이면 [요청중] disabled 버튼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resourcePerm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클릭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F-AGT-015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 도구 있으면 [권한 요청] → 권한요청 모달(RequestModal)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openRequest('agent', a)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일괄 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에이전트 카탈로그 (F-AGT)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(id/name/desc/owner/perm/active/fav/folder/shares/tools/…),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store.folders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store.resources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toggleFavorite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toggleActive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(agent 필드),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addFolder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(store.folders), 폴더 이동·권한 요청(모달 경유).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파생 규칙: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isRunnable = agentReady(a) &amp;&amp; (perm!=='owner' || active)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agentPending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(미보유 도구가 모두 pending),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folderList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sections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(폴더 그룹).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5409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112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[실행]→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(3장). [권한 요청]→ RequestModal. 카드 클릭→ AgentInfoModal. 폴더 버튼→ FolderPickerModal. [새 폴더]→ PromptDialog.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에이전트 실행 · 대화 (F-RUN)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선택 에이전트와의 멀티턴 대화. 좌(채팅 목록)·중(대화창)·우(인사이트 패널) 3분할. 목(mock) 스트리밍 응답.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src/pages/AgentRun.vue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(진입은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openRun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resumeConversation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store.currentAgent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세팅 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3697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694176"/>
          <a:ext cx="11057836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29"/>
                <a:gridCol w="1562943"/>
                <a:gridCol w="3751064"/>
                <a:gridCol w="1938049"/>
                <a:gridCol w="300085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카탈로그로 뒤로가기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[←] → 에이전트 카탈로그로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go('agents')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권한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헤더/인사이트에 StatusPill(소유/권한)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소유는 '내 소유'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신고하기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[신고하기] → ReportModal(신고·개선요청) 열림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(모달)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대화 첨부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에이전트 실행 · 대화 (F-RUN)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29"/>
                <a:gridCol w="1562943"/>
                <a:gridCol w="3751064"/>
                <a:gridCol w="1938049"/>
                <a:gridCol w="300085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상세(인사이트)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[상세 보기/숨기기] → 우측 인사이트 패널 표시/숨김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showInsight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채팅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[새 채팅] → 새 대화 생성 및 선택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newConversation()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없으면 무동작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채팅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"채팅 검색" 입력 → 대화 제목 부분일치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선택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항목 클릭 → 해당 대화로 전환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selectConversation(id)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이름 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⋮ 메뉴 → [이름 변경] → window.prompt 입력 → 제목 변경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renameConversation(id, title)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빈값/취소 시 무시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F-RUN-009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삭제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⋮ 메뉴 → [삭제] → confirm → 대화 삭제 +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deleteConversation(id)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대화 삭제 시 같은 에이전트 다음 대화로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 전송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후 [전송]/Enter → 사용자 메시지 추가 + 타이핑 후 스트리밍 목응답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sendMessage(text)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중(busy)·빈값 전송 불가, 실행수(runs) 증가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에이전트 실행 · 대화 (F-RUN)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29"/>
                <a:gridCol w="1562943"/>
                <a:gridCol w="3751064"/>
                <a:gridCol w="1938049"/>
                <a:gridCol w="300085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추천 질문 전송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대화/웰컴의 추천 질문 chip 클릭 → 해당 질문 전송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sendMessage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없으면 새 대화 후 전송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사용량/복사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답변 하단에 토큰·비용 근사값과 [복사]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usage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복사 버튼은 표시용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스크롤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메시지 시 대화 스크롤 하단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(watch)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헤더/수정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대화창 상단 이름·설명·태그 표시, 소유 시 [수정] 버튼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[수정]은 표시용(동작 없음)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툴바 아이콘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즐겨찾기 프롬프트/도구/멤버/지식 소스/빠른 작업/문서·파일 첨부 아이콘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 표시용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인사이트-AGENT 정보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소유·권한 모델(ABAC)·내 권한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인사이트-사용 통계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실행/이번 세션 질문 수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에이전트 실행 · 대화 (F-RUN)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29"/>
                <a:gridCol w="1562943"/>
                <a:gridCol w="3751064"/>
                <a:gridCol w="1938049"/>
                <a:gridCol w="300085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인사이트-연결 지식(RAG)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 부서 우선으로 연결 지식 목록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1건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F-RUN-019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인사이트-관련 가이드/사례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에이전트가 연결된 게시글 최대 3건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store.boards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없으면 섹션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F-RUN-020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미선택 빈상태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미선택 진입 시 안내 + [카탈로그로 이동]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go('agents')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currentAgent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없을 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587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store.currentAgent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store.currentConvId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store.conversations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store.boards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011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대화 생성/선택/삭제/이름변경, 메시지 push,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agent.runs++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120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대화 객체: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id, agentId, title, when, msgs:[{role,text,time,typing?}]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2297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에이전트 실행 · 대화 (F-RUN)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[←]→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[신고하기]→ ReportModal → 접수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store.reports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적재(마이페이지 신고함에서 조회).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지식관리 (F-KNW)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지식 컬렉션(카테고리 트리) 탐색 + 내 지식 기반 RAG "지식 채팅". 권한 상태별 상세/요청 제어.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src/pages/Knowledge.vue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6265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19856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25"/>
                <a:gridCol w="1731201"/>
                <a:gridCol w="4154884"/>
                <a:gridCol w="2077441"/>
                <a:gridCol w="228518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"지식 검색" 입력 → 이름·설명·소유 부분일치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모드 전환(탐색/지식 채팅)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[탐색]/[지식 채팅] 토글로 화면 모드 전환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mode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채팅 진입 시 선택 초기화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컬렉션 트리 선택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좌측 트리에서 [전체 지식]/카테고리 선택 → 하위 포함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knowledgeTree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ancestorMap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 펼침/접힘(KnowledgeTreeNode)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지식관리 (F-KNW)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25"/>
                <a:gridCol w="1731201"/>
                <a:gridCol w="4154884"/>
                <a:gridCol w="2077441"/>
                <a:gridCol w="228518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컬렉션 카운트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 노드별 하위 합산 건수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augment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보기 전환(카드/리스트)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 모드에서 그리드/리스트 토글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view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채팅 모드에선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보유/소유 지식의 [상세 보기] → 문서 목록 팝업(DetailModal)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openDetail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최대 12건 표 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채팅 진입(카드)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보유/소유 지식의 [지식 채팅] → 해당 지식 미리 선택하고 채팅 모드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chatWith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요청/재요청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지식의 [권한 요청]/[재요청] → RequestModal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openRequest('knowledge', 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denied 는 '재요청' 라벨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F-KNW-009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취소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지식의 [요청 취소] → 내 pending 요청 취소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cancelRequest(req)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요청 없으면 무동작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선택(채팅)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채팅 모드에서 내 지식 chip 선택/전체선택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KnowledgeChat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0건이면 질문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지식관리 (F-KNW)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25"/>
                <a:gridCol w="1731201"/>
                <a:gridCol w="4154884"/>
                <a:gridCol w="2077441"/>
                <a:gridCol w="2285186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채팅 질문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지식 근거로 질문 전송 → 목 RAG 응답(스트리밍)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KnowledgeChat 로컬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없거나 busy 시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F-KNW-012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채팅 추천질문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추천 chip 클릭 전송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KnowledgeChat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없으면 disabled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552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124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(id/name/desc/owner/scope/perm/docs/linked/updated/category),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knowledgeTree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store.requests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976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(perm→pending, 요청 적재),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cancelRequest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(pending→none, 요청 제거).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파생: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myKnowledge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(선택 컬렉션의 owner/granted),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inCategory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(조상 경로 포함).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9379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509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[권한 요청]→ RequestModal. [상세 보기]→ DetailModal. [지식 채팅]→ KnowledgeChat(임베드).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툴 관리 (F-TOOL)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에이전트가 쓰는 리소스(도구·미들웨어·스킬·MCP) 카탈로그. 유형/연결방식/태그 필터, 부서(워크스페이스)별 그룹화, 개별 권한 신청.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tools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src/pages/ToolManage.vue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6265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19856"/>
          <a:ext cx="11057836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99"/>
                <a:gridCol w="1522747"/>
                <a:gridCol w="4152948"/>
                <a:gridCol w="1591963"/>
                <a:gridCol w="297627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상단 탭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[내가 사용할 수 있는 목록]=보유(granted/owner), [전체 목록]=전부. 개수 배지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tabBase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 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[전체/도구/미들웨어/스킬/MCP] 탭으로 필터. 유형별 개수 배지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typeFilter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연결방식(proto)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[built-in/custom/http/mcp-http/mcp-stdio] 칩 토글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protoFilter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개수 0이면 칩 disabled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툴 관리 (F-TOOL)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99"/>
                <a:gridCol w="1522747"/>
                <a:gridCol w="4152948"/>
                <a:gridCol w="1591963"/>
                <a:gridCol w="297627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칩 토글 필터, [초기화]로 proto·태그·검색 리셋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tagFilter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"도구·미들웨어·스킬·MCP 검색" → 이름·설명·소유·태그 부분일치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보기 전환(카드/리스트)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그리드/리스트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부서별 그룹화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목록은 AX 플랫폼/업무 부서/인프라·협업 워크스페이스별 섹션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sections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목록은 단일 평면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배지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카드에 보유/요청중/미보유 배지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isMine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F-TOOL-009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신청/재요청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미보유 리소스 [권한 신청]/[재요청] → 요청 생성 +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requestResource(name)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denied 재요청 가능, granted/pending 은 무시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 리소스 [요청 취소] → 내 pending resource 요청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cancelRequest(req)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요청 없으면 무동작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툴 관리 (F-TOOL)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99"/>
                <a:gridCol w="1522747"/>
                <a:gridCol w="4152948"/>
                <a:gridCol w="1591963"/>
                <a:gridCol w="297627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F-TOOL-011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리소스는 "사용 가능"/"보유" 표시(요청 버튼 없음)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6517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store.resources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(맵: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{name:{owner,perm,type,proto,desc,tags}}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store.requests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941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requestResource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(perm→pending, 요청 unshift),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cancelRequest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(pending→none).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0507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정렬: 유형(tool→middleware→skill→mcp) 후 이름순.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159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731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요청 결과는 마이페이지(승인함/내 요청함)에서 처리·조회. 도구 권한이 채워지면 관련 에이전트가 실행 가능(F-AGT-013)해진다.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라운지 · 커뮤니티 (F-COM)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게시판(공지사항/활용 가이드/Q&amp;A/FAQ/라운지/우수 활용사례) 목록 조회 및 관련 에이전트 실행.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게시판 id(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=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notice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guide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qna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faq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lounge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src/pages/Community.vue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LNB [라운지] 하위 각 게시판을 선택하면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해당 게시판 id 가 되고 App.vue 가 Community 컴포넌트를 렌더한다.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2219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279392"/>
          <a:ext cx="11057837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81"/>
                <a:gridCol w="1097813"/>
                <a:gridCol w="4391253"/>
                <a:gridCol w="1610126"/>
                <a:gridCol w="31470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F-COM-001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게시판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게시판 이름·설명·글 수와 게시글 목록(제목·작성자·날짜·조회수)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store.boards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미선택 시 첫 게시판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F-COM-002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공지 스트립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공지사항(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notice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게시판일 때 상단 강조 공지 배너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notice 전용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라운지 · 커뮤니티 (F-COM)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81"/>
                <a:gridCol w="1097813"/>
                <a:gridCol w="4391253"/>
                <a:gridCol w="1610126"/>
                <a:gridCol w="3147064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F-COM-003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 작성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[글 작성] 클릭 → 이동 안내 토스트(데모)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toast(...)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작성 화면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F-COM-004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Agent 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게시글에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연결 시 [관련 Agent 실행] 클릭 → 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openRun(a)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없으면(granted/owner 아님) 경고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F-COM-005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게시판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글이 없으면 "아직 글이 없습니다" 빈상태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587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store.boards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(id/name/desc/badge/posts[{title,author,date,views,agent?}]),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011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없음(실행/토스트만).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692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[관련 Agent 실행]→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(권한 보유 시). 홈 커뮤니티 컬럼(F-HOME-008)에서 진입.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권한 요청과 신고(개선요청)의 처리 상태 추적. 사용자=내 요청함, 관리자=승인함(검토/처리).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사용자(내 요청함)·관리자(내 요청함+승인함). 승인함은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role==='admin'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LNB [마이페이지 &gt; 승인함] 선택(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store.permsView='approve'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src/pages/Permissions.vue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뷰 결정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activeView = isAdmin ? permsView : 'mine'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reviewing = activeView==='approve'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2219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 — 공통/탭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279392"/>
          <a:ext cx="11057837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614"/>
                <a:gridCol w="1528988"/>
                <a:gridCol w="4357618"/>
                <a:gridCol w="2369932"/>
                <a:gridCol w="1987685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뷰 타이틀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뷰에 따라 "내 요청함"/"승인함" 타이틀·안내 문구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store.permsView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store.role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사용자는 항상 내 요청함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탭 전환(권한/신고함)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[권한 요청/승인] ↔ [신고함/신고 처리] 탭 전환. 개수 배지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tab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reviewing 여부로 라벨 변화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 — 권한 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6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628"/>
                <a:gridCol w="1576493"/>
                <a:gridCol w="4299529"/>
                <a:gridCol w="1576493"/>
                <a:gridCol w="279469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목록 스코프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승인함=타인요청+resource, 내 요청함=내 요청(mine)만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scoped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필터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[전체/요청중/승인/반려] 셀렉트로 필터 (건수 표시)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filter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대상·요청자·부서·사유·권한유형 부분일치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조회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시작일~종료일(date)로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createdAt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범위 필터, [초기화]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from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보기 전환(리스트/카드)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리스트/카드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listView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단계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요청에 Steps(요청 제출→검토→완료/반려)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Steps 컴포넌트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상태별 단계 시각화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628"/>
                <a:gridCol w="1576493"/>
                <a:gridCol w="4299529"/>
                <a:gridCol w="1576493"/>
                <a:gridCol w="279469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 사유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 요청에 반려 사유 노출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denyReason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존재 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일괄 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[대기 N건 일괄 승인] → pending 전부 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approveAll()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0건이면 안내 토스트, 버튼 disabled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pending 요청 [승인] → 상태 approved, 대상 perm→granted,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approve(req)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resource/mine 여부로 반영 대상 상이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F-MYP-019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pending 요청 [반려] → DenyModal 열림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openDeny(req)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사유 필수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(사용자) 내 pending 요청 [요청 취소] → 대상 perm→none, 목록 제거,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cancelRequest(req)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F-MYP-021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pending 요청에 SLA(D-n)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(데이터)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628"/>
                <a:gridCol w="1576493"/>
                <a:gridCol w="4299529"/>
                <a:gridCol w="1576493"/>
                <a:gridCol w="2794693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빈상태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결과 없으면 안내 빈상태(검색/기간 조정 문구)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reviewing 여부로 문구 상이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6517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 — 신고함 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108960"/>
          <a:ext cx="11057838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714"/>
                <a:gridCol w="1333660"/>
                <a:gridCol w="4211558"/>
                <a:gridCol w="2526935"/>
                <a:gridCol w="217597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목록 스코프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승인함=전체 신고, 내 요청함=내가 접수한 신고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reportScoped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검색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Agent·유형·요청내용·답변 부분일치 검색, 진행중 건수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rq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유형/항목/사유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 태그(도구/스킬/지식/전반), 선택 항목 칩, 요청 사유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reportCatLabel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 대화 펼치기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[첨부 대화 N건] 클릭 → 접수 시점 대화 스크립트 펼침/접기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toggleScript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없으면 빈 안내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714"/>
                <a:gridCol w="1333660"/>
                <a:gridCol w="4211558"/>
                <a:gridCol w="2526935"/>
                <a:gridCol w="2175971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답변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등록된 관리자 답변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(데이터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adminReply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시작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received 신고 [진행 시작] → 상태 in_progress +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startReportProgress(r)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received 일 때만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등록/수정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[답변]/[답변 수정] → 텍스트 입력 → 등록(상태 answered)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startReply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replyReport(r,reply)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답변 경고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완료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[개선 완료] → 상태 resolved +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resolveReport(r)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resolved 아닐 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(사용자) received 신고 [신고 취소] → 목록 제거 +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cancelReport(r)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received 아니면 "담당자 처리중"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F-MYP-039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빈상태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없으면 안내 빈상태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마이페이지 · 내 요청함 / 승인함 (F-MYP)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store.requests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(id/targetType/targetId/targetName/requester/dept/permType/period/reason/status/sla/mine/createdAt/denyReason),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store.reports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(agentId/agentName/category/items/reason/script/scriptAt/requester/dept/owner/status/adminReply/createdAt),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store.role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store.permsView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store.user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3230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승인/반려/취소로 요청 상태·대상 perm 변경, 신고 상태·답변 변경.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신고 상태: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received → in_progress → answered → resolved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5409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112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[반려]→ DenyModal. 권한 요청은 카탈로그/지식/툴관리/RequestModal 에서 생성. 신고는 대화창 신고하기에서 생성.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권한 신청 · 결재선 지정 (F-ACC)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사용할 에이전트 다건 선택 + 사유·기간 입력 + 결재선(승인 라인) 지정 후 신청 제출.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사용자·관리자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access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src/pages/AccessRequest.vue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features/access/services/accessService.js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components/ApprovalLine.vue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진입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사이드바 [추천 자료 &gt; 권한 신청 방법]. (LNB 메인 메뉴에는 없음)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4787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005072"/>
          <a:ext cx="11057838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450"/>
                <a:gridCol w="998414"/>
                <a:gridCol w="3993658"/>
                <a:gridCol w="2995243"/>
                <a:gridCol w="22630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Agent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"Agent 검색" → 이름·소유 부분일치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keyword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없으면 빈상태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다중 선택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체크박스로 에이전트 선택/해제, 선택 개수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selectedIds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사유 입력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사유 textarea 입력(필수)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미입력 시 제출 경고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권한 신청 · 결재선 지정 (F-ACC)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450"/>
                <a:gridCol w="998414"/>
                <a:gridCol w="3993658"/>
                <a:gridCol w="2995243"/>
                <a:gridCol w="22630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 선택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셀렉트(~2026-09-30/~2026-12-31/~2027-06-30/상시)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PERIOD_OPTIONS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~2026-12-31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결재자 추가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셀렉트 선택 후 [추가] → 결재선 말미 추가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ApprovalLine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addApprover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추가 방지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결재자 삭제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 단계의 [×] → 해당 결재자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ApprovalLine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removeApprover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 라벨 자동 재계산(최종/N차)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결재선 기본값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시 후보 앞 3명(팀장→본부장→운영관리자) 기본 결재선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defaultApprovalLine()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[초기화] → 검색·선택·사유·결재선 리셋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F-ACC-009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[취소] → 홈으로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go('home')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F-ACC-010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제출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[신청 제출] → 검증 통과 시 신청 처리 + 토스트 + 내 요청함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submitAccessRequest(payload)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go('perms')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미선택/미사유/결재선0 시 각각 경고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권한 신청 · 결재선 지정 (F-ACC)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store.agents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(선택 목록),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store.user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(신청자),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APPROVER_CANDIDATES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PERIOD_OPTIONS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데모에서는 실제 저장 없이 payload 반환(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USE_API=false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USE_API=true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http.post('/access-requests')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payload: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agentIds, reason, period, line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3697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제출 후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(내 요청함)로 이동. 결재선 컴포넌트는 재사용(ApprovalLine).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시스템 모니터링 (F-SYS)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OCP 운영 환경 관제 대시보드. 토큰/트래픽/수행시간/LLM 사용량/CPU·GPU/서비스 상태.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src/pages/SysMonitor.vue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데이터는 정적 목값. 하단 AgentFab 숨김 대상 화면.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730752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074"/>
                <a:gridCol w="1260647"/>
                <a:gridCol w="4727430"/>
                <a:gridCol w="2284924"/>
                <a:gridCol w="196976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토큰/트래픽/평균 수행시간/서비스 요청/LLM 호출/오류율 6종 카드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kpis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전용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추이 상세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[토큰 사용량 추이] 타이틀 클릭 → 24시간 표 상세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detailToken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사용량 상세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[LLM 모델별 사용량] 클릭 → 모델별 비중/호출 표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detailLlm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시스템 모니터링 (F-SYS)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074"/>
                <a:gridCol w="1260647"/>
                <a:gridCol w="4727430"/>
                <a:gridCol w="2284924"/>
                <a:gridCol w="196976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트래픽 상세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[트래픽·서비스 요청] 클릭 → 24시간 표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detailTraffic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CPU/GPU 상세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[CPU·GPU 사용률] 클릭 → 노드별 표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detailNodes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없는 노드는 '—'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F-SYS-006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상태 상세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[Agent 서비스 상태] 클릭 → 워크로드 표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detailServices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pill(정상/주의/중단)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587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컴포넌트 로컬 상수(kpis/tokenSeries/trafficSeries/llmModels/nodes/services). store 미사용.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011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없음. 상호작용은 DetailModal 표시(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detail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692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상세는 공용 DetailModal(표형)로 표시.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IT 운영 관리 · AIOps (F-ITO)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장애 예측 대시보드 + 실시간 시그널 피드 + 분석 챗(3종)의 관제 콘솔.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665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src/pages/ItOps.vue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3분할(대시보드/피드/챗) + 스플릿 리사이즈. AgentFab 숨김.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9923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 — 대시보드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456432"/>
          <a:ext cx="11057836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81"/>
                <a:gridCol w="1317375"/>
                <a:gridCol w="4391253"/>
                <a:gridCol w="2707939"/>
                <a:gridCol w="18296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위험도 게이지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장애 위험도 게이지(72 HIGH) 표시, 타이틀 클릭 → 기여 요인 표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openRiskDetail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[주요 시그널 확인] 표시용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카드/상세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사전탐지/MTTD/MTTR/예측정확도 4종 + 스파크라인, 클릭 → 시계열 표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openKpiDetail(k)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예측 타임라인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12시간 확률 곡선(임계선), 클릭 → 구간별 표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openTimelineDetail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 시그널 추이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7일 심각도별 누적 막대, 클릭 → 요일별 표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openTrendDetail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IT 운영 관리 · AIOps (F-ITO)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81"/>
                <a:gridCol w="1317375"/>
                <a:gridCol w="4391253"/>
                <a:gridCol w="2707939"/>
                <a:gridCol w="18296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시스템별 분포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시스템별 막대 항목 클릭 → 시그널형 상세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openDetail('system',d)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유형별 분포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유형별 막대 항목 클릭 → 시그널형 상세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openDetail('type',d)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패널 접기/펼치기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피드/챗 접힘 시 대시보드 헤더 [시그널 피드]/[분석 챗]으로 다시 펼침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openFeed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openChat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584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 — 시그널 피드 / 분석 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041648"/>
          <a:ext cx="11057837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971"/>
                <a:gridCol w="1386387"/>
                <a:gridCol w="4621294"/>
                <a:gridCol w="1848517"/>
                <a:gridCol w="238766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시그널 피드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CRITICAL/WARNING/INFO 시그널 목록(시스템·확률·시간)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LIVE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권고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시그널 [조치 권고] → 권고 생성 안내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recommend(f)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IT 운영 관리 · AIOps (F-ITO)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971"/>
                <a:gridCol w="1386387"/>
                <a:gridCol w="4621294"/>
                <a:gridCol w="1848517"/>
                <a:gridCol w="238766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ITSM 티켓 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시그널 [ITSM 티켓] → 티켓 생성 안내 토스트(INC 번호 증가)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makeTicket(f)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 접기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 헤더 접기 버튼 → 피드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openFeed=false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스플릿 리사이즈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분할선 드래그로 피드/챗 폭 조절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startDrag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최소/최대 폭 clamp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챗 모드 전환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[실시간 로그분석/트러블슈팅/매뉴얼 검색] 아이콘 토글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chatMode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모드별 안내/칩/placeholder 변화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챗 질문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입력/Enter 또는 추천칩 → 모드별 목응답(표+SQL / Top-K+절차 / 근거문서)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askChat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빈값 차단, 지연 후 응답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F-ITO-017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 접기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 헤더 접기 버튼 → 챗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openChat=false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IT 운영 관리 · AIOps (F-ITO)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컴포넌트 로컬 상수 다수(kpis/timeline/trend/systemDist/typeDist/feed/chatMsgs). store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toast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 사용.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로컬 상태(폭·모드·메시지). ITSM/권고는 토스트만(실제 생성 아님).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차트 상세는 DetailModal(표형/시그널형). 조치·티켓은 토스트 알림.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11. 현황 전파 · Computer-Use (F-CPU)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웹 콘솔·대시보드 자동 탐색 → 이상 판단 → 민감정보 Redaction → 그룹웨어·메일 자동 전파(Computer-Use Agent).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computeruse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src/pages/ComputerUse.vue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AgentFab 숨김.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730752"/>
          <a:ext cx="11057836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503"/>
                <a:gridCol w="1224979"/>
                <a:gridCol w="5249916"/>
                <a:gridCol w="1924968"/>
                <a:gridCol w="18374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F-CPU-001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 대상 현황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OCP Console/Grafana/Splunk 탐색 결과 카드(판단·시각·전파 채널)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scanTargets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 카드는 강조(bad)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F-CPU-002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Redaction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캡처에 "Redacted" 뱃지로 민감정보 마스킹 표현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전용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F-CPU-003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탐색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[지금 탐색 실행] → 자동 탐색 실행 안내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runScan()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실행 아님(데모)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11. 현황 전파 · Computer-Use (F-CPU)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503"/>
                <a:gridCol w="1224979"/>
                <a:gridCol w="5249916"/>
                <a:gridCol w="1924968"/>
                <a:gridCol w="18374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F-CPU-004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전파 채널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그룹웨어/메일/Slack(연동 예정) 채널 칩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propChannels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6517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컴포넌트 로컬 상수. store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toast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198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없음.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307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8795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없음(독립 화면). 전파 로직은 목 안내만.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12. 일일점검 보고서 (F-DLY)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화면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목적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매일 06:00 시스템 상태 자동 수집 → AI 초안 → 문서 변환 → 승인 → 그룹웨어 발송(배치형 Agent).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 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daily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소스: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src/pages/DailyReport.vue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AgentFab 숨김.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기능 목록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730752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029"/>
                <a:gridCol w="1720455"/>
                <a:gridCol w="4915589"/>
                <a:gridCol w="1884309"/>
                <a:gridCol w="1720455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소스 수집 현황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OCP/GPU/DB·API/보안 로그 수집 항목·시각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dataSources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4/4 수집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파이프라인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상태수집→AI초안→문서변환→승인→발송 단계 표시(현재 '승인' 대기)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dailyStages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완료/현재 단계 시각화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 미리보기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섹션 초안 미리보기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reportSections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12. 일일점검 보고서 (F-DLY)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029"/>
                <a:gridCol w="1720455"/>
                <a:gridCol w="4915589"/>
                <a:gridCol w="1884309"/>
                <a:gridCol w="1720455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다운로드 버튼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Word/PDF/HTML 다운로드 버튼 노출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표시용(동작 없음)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승인·발송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[승인 · 그룹웨어 발송] → 승인·발송 안내 토스트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sendDaily()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발송 아님(데모)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F-DLY-006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발송 이력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발송 이력(날짜·상태·수신처)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(정적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reportHistory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587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읽기: 컴포넌트 로컬 상수. store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toast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26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쓰기: 없음.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949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없음(독립 화면).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레이아웃(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)과 공용 컴포넌트가 제공하는 화면 무관 기능이다.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13.1 글로벌 헤더 / 사이드바 / 알림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7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333"/>
                <a:gridCol w="1241636"/>
                <a:gridCol w="4656139"/>
                <a:gridCol w="2250467"/>
                <a:gridCol w="209526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타이틀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헤더에 현재 화면 타이틀(titleMap) 표시. 게시판이면 "라운지"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(파생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currentTitle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버튼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[알림(벨)] 버튼 + 미확인 점 표시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표시용(동작 없음)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[설정(기어)] → SettingsModal(테마) 열림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showSettings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F-CMN-004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 전환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[사용자]/[관리자] 토글 →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store.role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변경, 관리자 전용 메뉴 노출/숨김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store.role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직접 변경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프로필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헤더에 사용자 이니셜·이름·부서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클릭 동작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아코디언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하위 메뉴 있는 항목 클릭/캐럿 → 펼침(한 번에 하나), 첫 항목으로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openParent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라운지는 기본 펼침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333"/>
                <a:gridCol w="1241636"/>
                <a:gridCol w="4656139"/>
                <a:gridCol w="2250467"/>
                <a:gridCol w="209526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LNB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메뉴/하위메뉴 클릭 → 해당 화면(page) 이동, 활성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go(page)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store.permsView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마이페이지 하위는 view 세팅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F-CMN-008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전용 메뉴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role==='admin'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[마이페이지&gt;승인함], [시스템 관리] 4종 노출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사용자에겐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사이드바 접기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[접기/펼치기] 버튼 → 사이드바 축소(아이콘화). 접힘 시 하위는 hover 플라이아웃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navCollapsed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F-CMN-010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추천 자료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사이드바 하단 추천 자료 4종 클릭 → 지정 화면 이동(가이드/에이전트/권한신청/FAQ)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go(to)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'권한 신청 방법'→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access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토스트 알림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액션 결과를 우하단 토스트로 표시(3.2초 자동 제거), 종류별 색상(info/ok/warn)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toast(msg, kind)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aria-live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13.2 AgentFab (플로팅 생성 버튼)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278"/>
                <a:gridCol w="1258961"/>
                <a:gridCol w="5035850"/>
                <a:gridCol w="1846477"/>
                <a:gridCol w="20982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FAB 열기/닫기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플로팅 [+] 클릭 → 액션 메뉴 펼침/접힘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드래그 직후 클릭 억제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FAB 드래그 이동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버튼을 드래그 → 화면 내 위치 이동(경계 clamp)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pos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dragging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4px 미만 이동은 클릭 처리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빌더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[Agent 빌더] → BuilderModal(런처) → 별도 창으로 외부 빌더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BuilderModal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팝업 차단 시 경고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생성 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[지식 생성] → BuilderModal → 별도 창으로 지식 생성 실행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BuilderModal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 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[챗봇] → ChatbotModal 열림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chatbot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F-CMN-025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FAB 노출 제어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sysmon/itops/computeruse/daily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화면에서는 FAB 숨김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(조건 렌더)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외 전 화면 노출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66928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13.3 공용 팝업/컴포넌트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970"/>
                <a:gridCol w="1254951"/>
                <a:gridCol w="3273787"/>
                <a:gridCol w="3110098"/>
                <a:gridCol w="261903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설정-테마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SettingsModal 에서 5종 테마(기본/베토/다이나믹/미니멀/다크) 미리보기 클릭 → 즉시 전역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setTheme(theme)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localStorage(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ax-theme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유지,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data-theme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반영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권한요청 모달(에이전트)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RequestModal: 에이전트 실행에 필요한 미보유 도구 목록 표시, 기간·사유 입력 → 도구 일괄 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submitRequest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사유 필수, 요청할 도구 없으면 제출 disabled/경고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권한요청 모달(지식)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RequestModal: 요청 권한(열람/사용/공유)·기간·사유 입력 → 요청 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submitRequest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사유 필수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 모달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DenyModal: 반려 사유 입력 → [반려 확정]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confirmDeny(reason)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사유 필수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468112"/>
          <a:ext cx="110578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970"/>
                <a:gridCol w="1254951"/>
                <a:gridCol w="3273787"/>
                <a:gridCol w="3110098"/>
                <a:gridCol w="261903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 모달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ReportModal: 유형(도구/스킬/지식/전반)→항목 선택→사유 입력, 현재 대화 첨부 →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사유 필수, 전반 외 항목 1개+ 필수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970"/>
                <a:gridCol w="1254951"/>
                <a:gridCol w="3273787"/>
                <a:gridCol w="3110098"/>
                <a:gridCol w="261903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DetailModal: 표형/시그널형 상세 리스트 표시(모니터링·지식 상세 공용)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(props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F-CMN-036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 정보 모달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AgentInfoModal: 정보 그리드·활용 도구(클릭 요청/취소)·추천질문, [이 에이전트 사용]/[권한 요청]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openRun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openRequest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클릭 시 확인 알럿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폴더 선택 모달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FolderPickerModal: 폴더 선택 → 에이전트 이동, [새 폴더 만들어 이동]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moveAgentToFolder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addFolder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F-CMN-038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입력 팝업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PromptDialog: 한 줄 입력(폴더 생성/이름 변경 등 재사용), Enter 확인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(emit confirm)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빈값 확인 불가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AX 챗봇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ChatbotModal: 질문 입력 → 키워드 규칙 기반 목 답변(권한/실행/지식/즐겨찾기/인사)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getReply(question)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USE_API=true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/chatbot/ask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공통 기능 (F-CMN)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970"/>
                <a:gridCol w="1254951"/>
                <a:gridCol w="3273787"/>
                <a:gridCol w="3110098"/>
                <a:gridCol w="261903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설명(사용자 행동→결과)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store 액션/서비스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상태·예외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F-CMN-040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빌더 런처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BuilderModal: 보안상 임베드 불가 안내 → [새 창에서 열기]/[새 탭에서 열기]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window.open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팝업 차단 시 경고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63347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데이터/상태 (공통)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9067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상태: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store.user/role/page/permsView/theme/modal/denyModal/toasts/currentAgent/conversations/currentConvId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도메인 데이터(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agents/knowledge/requests/reports/boards/resources/folders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5020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초기 사용자: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name:'김신한', dept:'영업추진팀'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초기 role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초기 page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home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14. 권한 상태 전이표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에이전트·지식(대상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item.perm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)과 리소스(도구·미들웨어·스킬·MCP,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store.resources[name].perm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)에 공통 적용된다.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14.1 상태 전이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77440"/>
          <a:ext cx="110578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650"/>
                <a:gridCol w="1502209"/>
                <a:gridCol w="813650"/>
                <a:gridCol w="2920963"/>
                <a:gridCol w="5007365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이벤트(트리거)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액션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부수효과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요청 제출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submitRequest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요청(request) 생성, 승인자 전달 토스트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재요청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submitRequest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요청 생성(재요청 라벨)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expired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재요청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(요청 흐름 동일)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시드 표시 상태, 별도 만료 로직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status=approved, ABAC 반영 토스트, 관련 에이전트 실행 가능화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반려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confirmDeny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status=denied, denyReason 저장, 요청자 전달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14. 권한 상태 전이표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650"/>
                <a:gridCol w="1502209"/>
                <a:gridCol w="813650"/>
                <a:gridCol w="2920963"/>
                <a:gridCol w="5007365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이벤트(트리거)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상태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액션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부수효과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(사용자) 요청 취소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cancelRequest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목록에서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(관리자) 일괄 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approveAll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요청 전부 승인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(재요청 시도)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requestResource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무시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granted/pending 은 재요청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 리소스는 전이 없음(항상 사용 가능)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46227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14.2 비고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1947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요청 대상 유형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(→ 활용 도구 일괄 요청),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(→ 지식 자체),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(→ 개별 도구). 에이전트 권한 요청은 실제로는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미보유 도구(none/denied)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들을 일괄로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pending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전환한다.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14. 권한 상태 전이표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승인 반영 대상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approve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confirmDeny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targetType==='resource'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store.resources[name].perm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mine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인 agent/knowledge 요청이면 대상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item.perm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변경한다.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실행 가능 판정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에이전트 실행 가능(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)은 에이전트 자체 perm 이 아니라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활용 도구가 전부 `granted`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인지로 결정된다(소유 에이전트는 추가로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active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필요).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신고(개선요청) 상태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(권한과 별개):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received → in_progress → answered → resolved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사용자는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received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에서만 취소 가능, 관리자는 진행 시작/답변/개선 완료 처리.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28416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3328416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383280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본 명세서는 프로토타입 소스(목 데이터) 기준으로 작성되었다.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토글이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 전환되면 일부 서비스(accessService, chatbotService 등)는 백엔드 API 호출로 대체된다. 실제 백엔드 연동 시 각 기능의 "관련 store 액션/서비스"가 실 API 로 매핑된다.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기능명세서 (Functional Specification)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