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신한라이프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AX-HUB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사용자 포털의 백엔드 API 명세. 프론트(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axhub-portal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Vue 3)의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src/features/*/services/*.js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가 정의하는 호출 계약과 백엔드(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backend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Spring Boot · JPA)의 Controller 를 종합해 정리했다. - 근거 파일: 각 도메인의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*Service.js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(프론트) ↔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*Controller.java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(백엔드). - 구현 상태: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✅ 구현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(agent, permission),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🔧 스캐폴드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(auth, knowledge, community, resource — 컨트롤러 골격만, 빈 응답 반환). - 문서 기준일: 2026-07. 실제 소스에 존재하는 클래스/메서드/엔드포인트만 기술한다.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API명세서.md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공통 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1.1 Base Path / 서버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922"/>
                <a:gridCol w="4878458"/>
                <a:gridCol w="487845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Base 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/api/v1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Controller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@RequestMapping("/api/v1/...")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프론트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config.js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API_BASE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포트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8080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(context-path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application.yml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개발 서버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http://localhost:5173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(CORS 허용 대상)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SecurityConfig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application.yml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axhub.cors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실연동 스위치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.env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의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VITE_USE_API=true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VITE_API_BASE=http://localhost:8080/api/v1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config.js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backend/README.md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90118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프론트는 기본값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USE_API=false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(mock)로 동작하며,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USE_API=true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일 때만 아래 실제 API 를 호출한다. 프론트→백엔드 통신은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모두 `src/shared/api/http.js`(fetch 래퍼)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52297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1.2 인증 (JWT Bearer)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공통 규약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326"/>
                <a:gridCol w="961551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JWT Bearer 토큰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Authorization: Bearer &lt;token&gt;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발급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POST /auth/login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응답의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accessToken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저장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localStorage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키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axhub.accessToken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config.js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TOKEN_KEY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첨부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http.js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저장된 토큰을 모든 요청 헤더에 자동 부착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⚠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SecurityConfig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`anyRequest().permitAll()`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아직 인증을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강제하지 않음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(개발 편의). JWT 발급/검증 필터는 미구현(TODO).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767328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3767328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822192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인증 연동 로드맵(SecurityConfig 주석): ①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JwtProvider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 토큰 발급/검증 → ②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JwtAuthFilter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등록 → ③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/api/v1/auth/**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만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permitAll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나머지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authenticated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. 현재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PermissionController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의 사용자는 데모값(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홍길동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마케팅팀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)으로 고정되어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731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1.3 표준 응답 포맷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3036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응답은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ApiResponse&lt;T&gt;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감싼다.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common/response/ApiResponse.java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778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15584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97880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{ "success": true, "data": { ... }, "message": null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공통 규약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229"/>
                <a:gridCol w="1075067"/>
                <a:gridCol w="4607433"/>
                <a:gridCol w="399310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여부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페이로드 (실패 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사유 (성공 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816352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이 구조를 인지해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`data` 필드만 언랩(unwrap)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하여 반환한다. 따라서 아래 명세의 "응답(주요 필드)" 은 언랩된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기준으로 표기한다.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381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1.4 에러 포맷 / 상태코드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95344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에러는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GlobalExceptionHandler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@RestControllerAdvice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)가 표준 실패 응답으로 변환한다.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242816"/>
          <a:ext cx="11057837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070"/>
                <a:gridCol w="3110017"/>
                <a:gridCol w="3714742"/>
                <a:gridCol w="155500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원인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바디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BusinessException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(업무 예외)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예외에 담긴 status (예: 400/403/404)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{success:false, data:null, message}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handleBusiness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@Valid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검증 실패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400 Bad Request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message = "필드명: 오류메시지"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handleValidation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외 미처리 예외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500 Internal Server Error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message = "서버 오류가 발생했습니다: ..."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handleEtc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공통 규약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단축 생성자: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badRequest(msg)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400,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notFound(msg)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404. (그 외 status 는 직접 지정)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측 에러 정규화(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응답이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!ok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HttpError(status, payload.message ?? 기본문구, payload)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throw.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7860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네트워크 실패(서버 다운/CORS)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HttpError(0, '서버에 연결할 수 없습니다.')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950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화면단은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err.status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err.message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일관 처리.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1.5 상태코드 관례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657600"/>
          <a:ext cx="1105783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258"/>
                <a:gridCol w="100525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조회/생성/변경/삭제 성공 (본 API 는 생성도 200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ApiResponse.ok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반환)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실패, 잘못된 요청(예: 반려 사유 누락)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없음 (BusinessException 으로 던질 수 있으나 현재 사용처는 예시 주석 수준)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리소스 없음 (Agent/요청 미존재)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내부 오류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범례: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구현 상태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열 — ✅ 실제 로직 구현 / 🔧 스캐폴드(컨트롤러만, 빈 배열·null·더미 반환).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2.1 Agent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✅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agent/services/agentService.js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/api/v1/agents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724912"/>
          <a:ext cx="11057837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813"/>
                <a:gridCol w="1966854"/>
                <a:gridCol w="1368247"/>
                <a:gridCol w="2479947"/>
                <a:gridCol w="1453762"/>
                <a:gridCol w="2223401"/>
                <a:gridCol w="78281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목록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AgentResponse[]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fetchAgents()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/agents/{id}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상세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(예: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ag-03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AgentResponse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fetchAgent(id)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/agents/{id}/active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활성/비활성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"active": boolean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AgentResponse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updateActive(id, active)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PATCH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/agents/{id}/favorite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 토글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"fav": boolean }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AgentResponse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updateFavorite(id, fav)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6144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없는 id → 404 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AgentService.findOrThrow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BusinessException.notFound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요청 바디 키가 백엔드 파싱과 정확히 일치해야 함: active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active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favorite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fav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AgentController.setActive/setFavorite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2.2 권한 요청/승인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permission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✅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4086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permission/services/permissionService.js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/api/v1/requests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962656"/>
          <a:ext cx="1105783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84"/>
                <a:gridCol w="1412396"/>
                <a:gridCol w="941596"/>
                <a:gridCol w="2353992"/>
                <a:gridCol w="2059743"/>
                <a:gridCol w="1471245"/>
                <a:gridCol w="1294696"/>
                <a:gridCol w="76208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`/requests?scope=mine\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approve`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목록 (내 요청함/승인함)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query: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(기본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mine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RequestResponse[]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fetchRequests(scope)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요청 생성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CreateRequestDto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@Valid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RequestResponse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createRequest(payload)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/requests/{id}/approve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(Long)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RequestResponse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(status=approved)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approveRequest(id)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84"/>
                <a:gridCol w="1412396"/>
                <a:gridCol w="941596"/>
                <a:gridCol w="2353992"/>
                <a:gridCol w="2059743"/>
                <a:gridCol w="1471245"/>
                <a:gridCol w="1294696"/>
                <a:gridCol w="76208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/requests/{id}/deny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 (사유 필수)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body: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"reason": string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RequestResponse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(status=denied)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denyRequest(id, reason)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DELETE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/requests/{id}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취소(삭제)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cancelRequestApi(id)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49300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scope=approve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findByRequesterNotOrderByIdDesc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(남이 낸 요청), 그 외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findByRequesterOrderByIdDesc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(내 요청).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7822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반려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reason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 비어 있으면 400 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"반려 사유는 필수입니다."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891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취소 시 없는 id → 404. 요청자/승인자는 현재 데모값(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홍길동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고정.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0001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2.3 리소스(도구) 권한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🔧 스캐폴드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5721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permission/services/resourceService.js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ResourceController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/api/v1/resources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48"/>
                <a:gridCol w="1681471"/>
                <a:gridCol w="2553346"/>
                <a:gridCol w="1556918"/>
                <a:gridCol w="2117409"/>
                <a:gridCol w="1619195"/>
                <a:gridCol w="76474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/resources/me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도구 권한 맵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name: {owner, perm}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(빈 맵)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fetchMyResources()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/resources/{name}/request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권한 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(URL 인코딩)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{name, perm:"pending"}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더미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requestResourceApi(name)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2369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목표 규칙: "Agent 실행에 필요한 도구를 하나라도 미보유하면 실행 불가" 의 데이터 소스.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478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구현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PermissionService.create(...)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재사용해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targetType=resource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요청을 생성하는 것이 설계 의도(컨트롤러 TODO).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3308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2.4 지식 (RAG)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🔧 스캐폴드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59028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knowledge/services/knowledgeService.js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/api/v1/knowledge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5212080"/>
          <a:ext cx="1105783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408"/>
                <a:gridCol w="1777362"/>
                <a:gridCol w="1236425"/>
                <a:gridCol w="3632000"/>
                <a:gridCol w="850042"/>
                <a:gridCol w="2009191"/>
                <a:gridCol w="77640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목록 (필터)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query: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(모두 optional)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[]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fetchKnowledge(params)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408"/>
                <a:gridCol w="1777362"/>
                <a:gridCol w="1236425"/>
                <a:gridCol w="3632000"/>
                <a:gridCol w="850042"/>
                <a:gridCol w="2009191"/>
                <a:gridCol w="77640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/knowledge/categories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카테고리 트리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[]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fetchCategoryTree()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/knowledge/{id}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상세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fetchKnowledgeDetail(id)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2552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mock 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knowledgeTree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사용(필터는 화면 computed).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구현 시 agent 패턴대로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엔티티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KnowledgeCategory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(부모/자식) + Service/Repository/DTO 추가.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2569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2.5 커뮤니티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community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🔧 스캐폴드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8289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community/services/communityService.js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/api/v1/community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963"/>
                <a:gridCol w="3188734"/>
                <a:gridCol w="1913240"/>
                <a:gridCol w="1062911"/>
                <a:gridCol w="1062911"/>
                <a:gridCol w="2232114"/>
                <a:gridCol w="79896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/community/boards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게시판 목록(+요약)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[]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fetchBoards()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/community/boards/{id}/posts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게시판 글 목록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[]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fetchPosts(boardId)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2552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구현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Board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엔티티 목록 및 글 목록(페이징 권장) 반환.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661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2.6 인증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auth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— 🔧 스캐폴드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2336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auth/services/authService.js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↔ 백엔드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AuthController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/api/v1/auth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370832"/>
          <a:ext cx="110578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034"/>
                <a:gridCol w="831106"/>
                <a:gridCol w="1214695"/>
                <a:gridCol w="1917940"/>
                <a:gridCol w="3835881"/>
                <a:gridCol w="1726146"/>
                <a:gridCol w="76603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응답(data)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/auth/login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→ 토큰 발급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username, password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accessToken, user:{name, dept} 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(현재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accessToken="dummy-token"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login(username, password)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/auth/me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로그인 사용자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 name, dept 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(현재 데모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홍길동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마케팅팀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me()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🔧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도메인별 엔드포인트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login()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성공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accessToken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localStorage[axhub.accessToken]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저장.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logout()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은 프론트 로컬 토큰 제거만 수행(백엔드 호출 없음).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구현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JwtProvider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발급/검증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UserRepository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연동(컨트롤러 TODO).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2.7 프론트 전용(백엔드 미존재)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8833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service 에는 존재하나 대응 Controller 가 아직 없는 계획된 엔드포인트. (참고용)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035808"/>
          <a:ext cx="11057837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57"/>
                <a:gridCol w="1338388"/>
                <a:gridCol w="4461296"/>
                <a:gridCol w="446129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 / 파일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/access-requests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submitAccessRequest()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access/services/accessService.js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결재선 포함 권한 신청. 프로세스 확정 후 연동 예정, 백엔드 Controller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/chatbot/ask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getReply()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chatbot/services/chatbotService.js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{question}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{answer}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현재 프론트 규칙기반 mock, 백엔드 Controller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응답 스키마는 실제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dto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(record) 기준이며, 프론트 mock(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models/types.js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)과 필드명을 맞췄다.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3.1 AgentResponse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agent/dto/AgentResponse.java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GET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/agents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/agents/{id}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및 PATCH 응답의 요소.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724912"/>
          <a:ext cx="11057833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68"/>
                <a:gridCol w="776672"/>
                <a:gridCol w="1573664"/>
                <a:gridCol w="2236260"/>
                <a:gridCol w="1159542"/>
                <a:gridCol w="776672"/>
                <a:gridCol w="1076718"/>
                <a:gridCol w="776672"/>
                <a:gridCol w="993893"/>
                <a:gridCol w="77667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Entity 원본(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Agent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mock 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이름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desc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줄 설명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description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desc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소유(제공) 부서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`personal\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team\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dept\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company`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(enum)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`owner\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granted\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pending\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denied\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expired`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(enum)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3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68"/>
                <a:gridCol w="776672"/>
                <a:gridCol w="1573664"/>
                <a:gridCol w="2236260"/>
                <a:gridCol w="1159542"/>
                <a:gridCol w="776672"/>
                <a:gridCol w="1076718"/>
                <a:gridCol w="776672"/>
                <a:gridCol w="993893"/>
                <a:gridCol w="77667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Entity 원본(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Agent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mock 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여부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fav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favorite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fav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지식 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knowledgeCount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실행 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카테고리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LLM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string[]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 도구 이름 목록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(@ElementCollection)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  · (계속)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참고: 프론트 mock 에는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updated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(YYYY-MM-DD),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examples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(추천 질문) 도 있으나 현재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AgentResponse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DTO 에는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미포함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. Entity 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BaseTimeEntity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상속으로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updatedAt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을 가지지만 DTO 로 노출하지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0428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3.2 PermissionRequest 계열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148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CreateRequestDto (요청 바디, `permission/dto/CreateRequestDto.java`)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108960"/>
          <a:ext cx="11057836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364"/>
                <a:gridCol w="810784"/>
                <a:gridCol w="3343776"/>
                <a:gridCol w="3559503"/>
                <a:gridCol w="1078637"/>
                <a:gridCol w="97077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@NotBlank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`agent\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targetId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식별자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targetName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표시명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permType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종류(사용/열람/도구 사용 등)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364"/>
                <a:gridCol w="810784"/>
                <a:gridCol w="3343776"/>
                <a:gridCol w="3559503"/>
                <a:gridCol w="1078637"/>
                <a:gridCol w="97077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"요청 사유는 필수입니다."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사유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37744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RequestResponse (응답, `permission/dto/RequestResponse.java`)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724912"/>
          <a:ext cx="110578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746"/>
                <a:gridCol w="800061"/>
                <a:gridCol w="2543929"/>
                <a:gridCol w="2625991"/>
                <a:gridCol w="2625991"/>
                <a:gridCol w="147711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Entity 원본(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PermissionRequest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PK (auto increment)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targetType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`agent\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knowledge\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resource`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targetType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(enum)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식별자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targetName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표시명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targetName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요청자(현재 데모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홍길동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70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746"/>
                <a:gridCol w="800061"/>
                <a:gridCol w="2543929"/>
                <a:gridCol w="2625991"/>
                <a:gridCol w="2625991"/>
                <a:gridCol w="147711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Entity 원본(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PermissionRequest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요청자 부서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permType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종류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permType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사유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`pending\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approved\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denied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 (생성 시 항상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pending`)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(enum)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sla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 표시(생성 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D-3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고정)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sla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리소스 요청 시 승인 관리자 부서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denyReason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 사유(반려 시 세팅)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denyReason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데이터 모델 (DTO / Entity)  · (계속)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프론트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PermRequest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타입(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models/types.js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)에는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mine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(내 요청 여부),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이 있으나 백엔드 DTO 에는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mine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없음(서버는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scope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파라미터로 구분).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은 Entity 에 있으나 DTO 미노출.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0428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3.3 Resource (mock 기준, 백엔드 DTO 미구현)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1488"/>
            <a:ext cx="11057839" cy="11155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GET /resources/me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목표 응답 형태는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도구이름: { owner, perm } }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맵. 프론트 mock(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seedResources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요소: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(tool/skill/middleware/mcp),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owner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(granted/none/pending/denied),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proto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desc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tags[]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(백엔드 Entity/DTO 는 아직 없음 — agent 패턴으로 신설 필요.)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알려진 미구현 / 불일치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931"/>
                <a:gridCol w="5350567"/>
                <a:gridCol w="32103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미강제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SecurityConfig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permitAll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JWT 필터/검증 없음. 모든 API 무인증 접근 가능(개발용).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SecurityConfig.java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 더미 응답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/auth/login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이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dummy-token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과 고정 사용자 반환. 실제 발급/검증 미구현.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AuthController.java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 의 요청자/부서가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홍길동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마케팅팀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하드코딩. 인증 연동 후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@AuthenticationPrincipal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교체 예정.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PermissionController.java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knowledge/community/resource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컨트롤러만 존재, Service/Repository/Entity 미구현 → 빈 배열·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·더미 반환.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Controller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resource↔permission 미연동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/resources/{name}/request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PermissionService.create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재사용하도록 연동 필요(현재 더미).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ResourceController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TODO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시 권한 반영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대상(Agent/지식/도구) 권한을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바꾸는 후속 연동 미구현.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PermissionService.approve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TODO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알려진 미구현 / 불일치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931"/>
                <a:gridCol w="5350567"/>
                <a:gridCol w="32103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access-requests / chatbot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service 는 있으나 백엔드 Controller 부재(계획됨).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accessService.js / chatbotService.js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부록. 엔드포인트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백엔드 구현 엔드포인트: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총 18개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(agent 4 · permission 5 · resource 2 · knowledge 3 · community 2 · auth 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883664"/>
            <a:ext cx="1067379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✅ 로직 구현: agent(4) + permission(5) =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9개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94560"/>
            <a:ext cx="10673791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🔧 스캐폴드(골격만): resource(2) + knowledge(3) + community(2) + auth(2) =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9개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전용(백엔드 미존재):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/access-requests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/chatbot/ask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REST API 명세서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