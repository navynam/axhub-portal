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신한라이프 · 현대모비스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AX-HUB 사용자 포털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프로토타입 기획/설계 문서 대상 독자: 기획자 · 디자이너 · 초급 개발자 (함께 보는 문서) 기준 소스: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src/data.js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src/pages/*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src/store/*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(2026-07 기준) 본 문서는 실제 소스에 구현된 화면·기능만 기술합니다. (현재는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목(mock) 데이터 기반 프로토타입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— 백엔드 미연동)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기획서.md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서비스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은 사내 임직원이 업무용 AI 에이전트와 지식(RAG)을 한 곳에서 찾고, 권한을 신청·승인받아, 바로 채팅으로 실행하고, 시스템 상태까지 관제하는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사내 AI 통합 포털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무엇을 하는 서비스인가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651760"/>
          <a:ext cx="110578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78984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카탈로그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업무별 AI 에이전트를 탐색·즐겨찾기·폴더 정리하고, 권한이 있으면 실행(채팅)합니다.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지식(RAG) 카탈로그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부서·전사 지식 컬렉션을 계층 트리로 탐색하고, 보유한 지식으로 "지식 채팅"을 합니다.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도구/리소스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에이전트가 쓰는 도구·미들웨어·스킬·MCP를 카탈로그에서 확인하고 권한을 신청합니다.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요청/승인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에이전트·지식·도구에 대한 권한을 신청하고, 관리자가 승인·반려합니다. (결재선 지정 지원)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채팅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권한이 확보된 에이전트와 대화하며, 사용 인사이트·연결 지식·신고(개선요청)를 함께 제공합니다.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서비스 개요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9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78984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관제 (관리자)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모니터링 · AIOps 장애예측 · 현황 자동 전파(Computer-Use) · 일일점검 보고서(배치)를 관리합니다.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3774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핵심 설계 원칙 (프로젝트의 중심 규칙)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34640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834640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889504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"에이전트는 누구나 만들고 볼 수 있지만, 에이전트가 사용하는 도구·스킬·지식 리소스를 하나라도 보유하지 않으면 실행할 수 없다."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84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즉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실행 가능 여부 = 에이전트가 쓰는 모든 도구의 권한 보유 여부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결정됩니다.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사용 도구 전부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granted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06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대상 사용자 · 핵심 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6344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일반 사용자(임직원):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흩어진 AI 자산을 한 화면에서 찾고, 권한만 받으면 즉시 업무에 활용.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486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관리자/권한자: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권한 요청·개선요청을 검토·처리하고, AI 인프라 상태를 관제.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55955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핵심 가치: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발견성(카탈로그) · 통제(권한/ABAC) · 즉시 실행(채팅) · 운영 가시성(관제)을 하나의 포털로 통합.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사용자 역할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store.role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|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admin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두 가지이며, 헤더 우측의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 전환 토글(데모용)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즉시 바꿀 수 있습니다. (실서비스에서는 로그인 계정 권한으로 대체)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20240"/>
          <a:ext cx="11057838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3110017"/>
                <a:gridCol w="241890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사용자 (user)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(admin)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탐색·즐겨찾기·폴더 정리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실행(채팅)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 (권한 보유 시)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탐색·지식 채팅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 (보유 지식)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도구/지식/에이전트 권한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신고(개선요청) 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요청함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(내 요청·신고 추적)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승인함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(타인 요청 승인/반려)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(진행·답변·완료)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관리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메뉴 전체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522976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관리자만 노출되는 것: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마이페이지 하위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승인함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그리고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시스템 관리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메뉴 그룹(시스템 모니터링 / IT 운영 관리 / 현황 전파 / 일일점검 보고서). 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nav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computed에서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store.role === 'admin'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일 때만 추가됩니다.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정보 구조(IA) / 메뉴 트리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의 좌측 LNB(주 메뉴) 기준 전체 구조입니다. 메뉴는 아코디언(한 번에 하나만 펼침)이며, 라운지는 기본 확장 상태입니다.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57984"/>
            <a:ext cx="11057839" cy="410108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10783519" cy="39364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AX-HUB 사용자 포털 (좌측 LNB)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홈                         (home)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에이전트                    ▸ 그룹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에이전트 카탈로그        (agents)  ── 실행 화면(run)과 연결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└─ 툴 관리                 (tools)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지식관리                    (knowledge)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라운지                      ▸ 그룹 (게시판 = store.boards)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공지사항                (notice)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활용 가이드             (guide)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Q&amp;A                    (qna)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FAQ                    (faq)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라운지                  (lounge)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└─ 우수 활용사례           (best)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마이페이지                  ▸ 그룹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├─ 내 요청함               (perms · view=mine)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 └─ 승인함                  (perms · view=approve)      🔒 관리자 전용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└─ 시스템 관리                 ▸ 그룹                        🔒 관리자 전용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├─ 시스템 모니터링          (sysmon)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├─ IT 운영 관리            (itops)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├─ 현황 전파               (computeruse)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└─ 일일점검 보고서          (daily)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정보 구조(IA) / 메뉴 트리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메뉴에 없지만 존재하는 화면: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권한 신청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(page=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access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)은 LNB 항목이 아니라, 사이드바 하단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추천 자료 → "권한 신청 방법"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등에서 진입하는 별도 화면입니다. (에이전트 다건을 선택해 결재선 지정으로 신청)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전역 UI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4203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글로벌 헤더: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현재 화면 타이틀(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titleMap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· 알림 · 설정(테마) · 역할 전환 토글 · 프로필(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김신한 · 영업추진팀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272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플로팅 생성 버튼(AgentFab):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우측에 떠 있는 "만들기" 버튼(Agent 빌더 / 지식 생성 / 챗봇). 시스템 관리 화면(sysmon·itops·computeruse·daily)에서는 숨김.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124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설정 팝업(테마):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5개 디자인 시안 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기본(신한 CI)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베토 그리드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다이나믹 카드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미니멀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다크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선택 즉시 전체 적용 + localStorage 유지.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976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 모달: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권한요청 · 반려사유 입력 · 상세 리스트 · 토스트 알림.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화면 목록 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12개 화면 전체입니다. (경로키 =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값)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7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392"/>
                <a:gridCol w="1710574"/>
                <a:gridCol w="3010611"/>
                <a:gridCol w="3557995"/>
                <a:gridCol w="19842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경로키(page)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줄 목적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홈(워크스페이스)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home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에이전트·워크스페이스·현황·커뮤니티 요약 대시보드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카탈로그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탐색/필터/즐겨찾기/폴더 + 실행·권한요청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대화(실행)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에이전트와 채팅 실행 + 인사이트·신고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지식관리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컬렉션 트리 탐색 + 지식 채팅(RAG)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툴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tools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도구·미들웨어·스킬·MCP 카탈로그 + 권한 신청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라운지(게시판)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notice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guide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qna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faq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lounge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best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공지·가이드·Q&amp;A·FAQ·소통·우수사례 게시판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마이페이지(요청함/승인함)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권한요청·신고 추적 / (관리자)승인·신고처리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user(내 요청함) · admin(전체)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화면 목록 표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392"/>
                <a:gridCol w="1710574"/>
                <a:gridCol w="3010611"/>
                <a:gridCol w="3557995"/>
                <a:gridCol w="19842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경로키(page)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줄 목적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다건 선택 + 결재선 지정 신청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 · admin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모니터링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sysmon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토큰·트래픽·LLM·CPU/GPU·서비스 상태 관제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admin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운영 관리(AIOps)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itops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장애예측 대시보드 + 실시간 시그널 + 분석 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 전파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computeruse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Computer-Use 에이전트의 자동 탐색·전파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admin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일일점검 보고서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daily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배치형 에이전트의 점검 보고서 생성·승인·발송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핵심 사용자 시나리오(플로우)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시나리오 A — 에이전트 탐색 → 권한요청 → 승인 →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자체가 아니라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에이전트가 쓰는 도구 권한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을 요청하는 것이 핵심입니다.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40864"/>
            <a:ext cx="11057839" cy="372618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10783519" cy="35615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sequenceDiagram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actor U as 사용자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C as 에이전트 카탈로그(agents)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M as 권한요청 모달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Q as 내 요청함(perms/mine)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actor A as 관리자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P as 승인함(perms/approve)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R as 에이전트 대화(run)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U-&gt;&gt;C: 에이전트 탐색 (탭·검색·해시태그·폴더)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C--&gt;&gt;U: 카드에 [실행] 또는 [권한 요청] 표시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Note over C: 실행 가능 = 사용 도구 전부 보유(granted)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U-&gt;&gt;M: [권한 요청] 클릭 (미보유 도구 자동 표시)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U-&gt;&gt;M: 사용기간·요청사유 입력 후 제출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M--&gt;&gt;Q: 미보유 도구별 요청 생성 (상태 pending)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A-&gt;&gt;P: 승인함에서 대기 요청 검토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A-&gt;&gt;P: [승인] (또는 [반려]+사유)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P--&gt;&gt;C: 도구 권한 granted → 에이전트 실행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U-&gt;&gt;R: [실행] 클릭 → 채팅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핵심 사용자 시나리오(플로우)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핵심 규칙: 에이전트 카드 버튼은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① 실행 가능(도구 전부 보유) → [실행]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② 미보유 도구가 모두 요청중 → 요청중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③ 그 외 → [권한 요청]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세 가지로 자동 분기합니다.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시나리오 B — 지식 채팅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11057839" cy="185166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10783519" cy="16870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A[지식관리 진입] --&gt; B[컬렉션 트리에서&lt;br/&gt;카테고리 선택]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B --&gt; C{모드}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C --&gt;|탐색| D[지식 카드/리스트]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D --&gt;|보유·소유 지식| E["[지식 채팅] 클릭"]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D --&gt;|미보유 지식| F["[권한 요청] / 반려 시 재요청"]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C --&gt;|지식 채팅| 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E --&gt; G[내 지식 선택 상태로&lt;br/&gt;RAG 채팅 진행]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D --&gt;|보유·소유| H["[상세 보기] → 문서 목록 팝업"]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5828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지식 채팅 대상은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보유(granted) 또는 소유(owner) 지식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만입니다. 미보유 지식은 채팅 대신 권한 요청 버튼이 노출됩니다.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4350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시나리오 C — 툴 관리에서 도구 권한 신청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핵심 사용자 시나리오(플로우)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278892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2624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sequenceDiagram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actor U as 사용자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T as 툴 관리(tools)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Q as 내 요청함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actor A as 관리자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participant P as 승인함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U-&gt;&gt;T: 유형(도구/미들웨어/스킬/MCP)·연결방식·태그로 필터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U-&gt;&gt;T: 미보유 리소스 카드에서 [권한 신청]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T--&gt;&gt;Q: resource 요청 생성 (상태 pending, 운영부서 = 승인자)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A-&gt;&gt;P: 해당 도구 운영부서가 승인 검토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A-&gt;&gt;P: [승인]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P--&gt;&gt;T: 리소스 perm=granted → "보유"로 표시, 관련 에이전트 실행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Note over U,T: 요청 취소 시 다시 미보유(none)로 복귀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1655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시나리오 D — 관리자 시스템 관제 &amp; 일일점검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73752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11496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193792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TD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subgraph 관제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S1[시스템 모니터링&lt;br/&gt;토큰·트래픽·LLM·CPU/GPU·서비스]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S2[IT 운영 관리 AIOps&lt;br/&gt;장애위험도·시그널 피드·분석 챗]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subgraph 자동화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핵심 사용자 시나리오(플로우)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S3[현황 전파 Computer-Use&lt;br/&gt;콘솔 자동 탐색→Redaction→전파]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S4[일일점검 보고서 배치형&lt;br/&gt;06:00 수집→AI 초안→승인→발송]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S2 --&gt;|시그널| T1["ITSM 티켓 생성 · 조치 권고"]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S4 --&gt;|승인 단계| T2["승인 · 그룹웨어 발송"]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2948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시나리오 E — 권한 신청(결재선 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86684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access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화면은 여러 에이전트를 한 번에 선택하고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결재선(승인 라인)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을 순차 지정해 신청합니다.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08476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46220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128516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flowchart LR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A["① 신청 Agent 선택&lt;br/&gt;(검색·체크박스 다중)"] --&gt; B["② 신청 정보&lt;br/&gt;사용사유(필수)·사용기간"]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B --&gt; C["③ 결재선 지정&lt;br/&gt;(1명 이상, 추가 순 정렬)"]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C --&gt; D[신청 제출]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D --&gt; E[내 요청함으로 이동&lt;br/&gt;결재선 순차 승인]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각 화면: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 / 주요 UI 구성요소 / 사용자 행동 / 상태·예외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6-1. 홈 · 워크스페이스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home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로그인 후 첫 화면. 내 AI 자산과 커뮤니티 소식을 한눈에 요약.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14016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상단 등록 건수 → 좌측 메인(① My Agent 폴더 트리 + 검색, ② Work Space 카드, ③ 액션 타일[에이전트 직접 만들기·가져오기·즐겨찾기], ④ 현황 스탯 4종[나의 에이전트/승인된 에이전트/권한요청 지식/권한요청 도구]) / 우측 커뮤니티 컬럼 4종(공지·커뮤니티·문의/오류·사용자가이드).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478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카드·타일 클릭 → 대부분 에이전트 카탈로그(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)로, 커뮤니티 컬럼 → 라운지(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community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)로 이동.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3308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현재 홈의 트리/카드/컬럼은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 확인용 샘플 데이터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로, 실제로는 agentService·communityService로 대체 예정(주석 명시).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71830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6-2. 에이전트 카탈로그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agents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7550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전사 에이전트를 탐색하고, 실행 또는 권한 요청.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486400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상단 탭(내 Agent / 전체 Agent / 즐겨찾기 + 카운트) · 검색 · 상태 필터(전체/실행 가능/도구 권한 필요) · 보기 토글(카드/리스트) · 폴더 그룹 바(+새 폴더) · 도구명 기반 해시태그 검색 · 폴더별 그룹 섹션.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카드 요소: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즐겨찾기(★), 이름·설명·도구 태그, 소유 토글(내 소유), 폴더 이동, 공유 횟수, 그리고 상태별 액션 버튼.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카드 클릭 → 에이전트 정보 모달 / [실행] → 대화 화면(run) / [권한 요청] → 요청 모달 / 별 → 즐겨찾기 / 폴더 칩 → 폴더 이동·새 폴더 생성 / 내 소유 토글 → 활성·비활성.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실행 버튼은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실행 가능 / 요청중(비활성) / 권한 요청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3분기. 내 소유라도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비활성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이면 실행 불가. 결과 없으면 빈 상태 안내(즐겨찾기 없음/조건 불일치).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2841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6-3. 에이전트 대화 · 실행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8561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선택한 에이전트와 채팅으로 업무 수행.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UI(3분할):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① 좌 채팅 목록(새 채팅·검색·목록·빈 상태, 항목 메뉴로 이름변경/삭제) ② 중 대화창(에이전트 헤더·메시지 버블·타이핑 인디케이터·추천 질문 칩·입력창·하단 툴바 아이콘·토큰/비용 사용량 표시) ③ 우 인사이트 패널(에이전트 정보·권한(ABAC)·사용 인사이트·연결 지식(RAG)·관련 가이드/사례, 접기 가능).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303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메시지 전송(목 응답을 스트리밍처럼 재생), 새 채팅/이어가기/이름변경/삭제, [신고하기]로 개선요청 접수(대화 스크립트 스냅샷 첨부).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응답 생성 중(busy)에는 입력·전송 비활성. 선택 에이전트가 없으면 "실행할 Agent가 선택되지 않았습니다" 안내 + 카탈로그 이동. 최초 진입 시 추천질문 기반 과거 대화가 시드됨.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5798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6-4. 지식관리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지식 컬렉션 계층을 탐색하고, 보유 지식으로 RAG 채팅.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상단 통합 검색 + 모드 토글(탐색 / 지식 채팅) · 좌측 컬렉션 트리(전사 공통·영업/마케팅·상품·심사/보상·재무/회계·고객/CS·IT·개인, 하위 카운트 합산) · 우측 지식 목록(카드/리스트) · 지식 채팅 패널.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8561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카드 요소: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이름·공개범위(개인/팀/부서/전사)·소유부서·설명·문서수·연결 Agent·최신화일·권한 상태 pill.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7083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트리로 카테고리 선택, 보유·소유 지식은 상세 보기·[지식 채팅], 요청중은 [요청 취소], 미보유는 [권한 요청]/반려 시 [재요청].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560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지식 채팅은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내 지식(보유/소유)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만 대상. 컬렉션에 지식이 없으면 빈 상태 안내.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5412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6-5. 툴 관리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tools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984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에이전트가 쓰는 리소스(도구·미들웨어·스킬·MCP)를 확인하고 권한 신청.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상단 탭(내가 사용할 수 있는 목록 / 전체 목록) · 유형 탭(전체/도구/미들웨어/스킬/MCP + 카운트) · 검색 · 보기 토글 · 연결 방식 칩(built-in/custom/http/mcp-http/mcp-stdio) · 태그 칩 · 전체 목록은 워크스페이스(AX 플랫폼/업무 부서/인프라·협업) 섹션으로 그룹화.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3230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카드 요소: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유형 아이콘·유형 라벨·연결 방식 배지·태그·운영부서·권한 상태(보유/요청중/미보유).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1752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미보유 카드에서 권한 신청, 요청중은 [요청 취소].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2841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미등록 도구는 기본 보유로 간주. 도구 승인자 = 해당 리소스 운영부서. 조건 불일치 시 빈 상태.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1363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6-6. 라운지 · 게시판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notice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guide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qna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faq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lounge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7083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공지·활용 가이드·Q&amp;A·FAQ·자유 소통·우수 활용사례 커뮤니티.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8172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게시판 헤더(이름·설명·[글 작성]) · 공지 게시판은 상단 공지 스트립 · 게시글 목록(제목·작성자·날짜·조회수).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669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사이드바에서 게시판 선택(각 게시판 id가 곧 page), 글 작성(데모 토스트), 게시글에 연결된 에이전트가 있으면 [관련 Agent 실행].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연결 에이전트 사용 권한이 없으면 "권한이 없습니다. 카탈로그에서 요청하세요" 경고. 글 없으면 빈 상태.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6-7. 마이페이지 · 내 요청함 / 승인함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perms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내 권한요청·신고 추적(사용자) / 타인 요청 승인·신고 처리(관리자). 좌측 메뉴(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permsView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)가 내 요청함(mine) / 승인함(approve)을 결정.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탭(권한 / 신고함) · 검색 · 상태 필터(전체/요청중/승인/반려) · 기간 조회 · 보기 토글 · 진행 스텝(Steps) · (관리자)일괄 승인 버튼.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1129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행동(내 요청함):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요청·신고 상태 확인, 요청중 [요청 취소], 신고 접수건 [신고 취소].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행동(승인함):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[승인]/반려/[대기 N건 일괄 승인], 신고 처리(진행 시작 → 답변 → 개선 완료).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8172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권한 승인은 ABAC 정책에 반영, 모든 이력은 감사 로그에 기록(안내 문구). 항목 없으면 역할별 빈 상태 안내.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2669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6-8. 권한 신청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access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2414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여러 에이전트를 한 번에 선택하고 결재선을 지정해 사용 권한 신청.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① 신청 Agent(검색·체크박스 다중 선택) ② 신청 정보(사용 사유[필수]·사용 기간) ③ 결재선 지정(신청자 + 승인자 후보, 1명 이상, 추가 순 정렬) · 하단 [취소]/[신청 제출].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에이전트 선택 → 사유·기간 입력 → 결재선 구성 → 제출 → 내 요청함으로 이동.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Agent 미선택/사유 미입력/결재선 0명 시 각각 경고 토스트. [초기화]로 폼 리셋.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2841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6-9. 시스템 모니터링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sysmon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· 🔒관리자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8561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OCP 운영 환경의 에이전트 플랫폼 관제.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KPI 6종(토큰 사용량·트래픽·평균 수행시간·서비스 요청·LLM 호출·오류율) · 토큰/트래픽 24h 라인 차트 · LLM 모델별 사용 비중 바 · 노드별 CPU/GPU/MEM 게이지 · Agent 서비스 상태 표(네임스페이스·파드·p95·RPS·정상/주의/중단).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560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차트·패널 타이틀 클릭 → 상세 리스트 팝업(시간대별/모델별/노드별/서비스별).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412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데모 목데이터. 실서비스는 모니터링 API로 수집 예정.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6-10. IT 운영 관리 · AIOps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itops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· 🔒관리자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실시간 로그 분석 기반 장애 예측·대응 관제 콘솔.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UI(3분할, 폭 드래그 조절):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① 좌 대시보드(현재 장애 위험도 게이지·KPI 4종[사전탐지·MTTD·MTTR·예측정확도]+스파크라인·위험 예측 타임라인·이상 시그널 추이·시스템별/유형별 분포) ② 중 실시간 시그널 피드(LIVE, 심각도별) ③ 우 분석 챗(실시간 로그분석[Spark SQL]·트러블슈팅[ITSM 이력]·매뉴얼 검색[문서 RAG] 3모드 토글).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분포·차트 클릭 → 상세 팝업, 시그널에서 [조치 권고]·[ITSM 티켓], 분석 챗 질의(모드별 응답: SQL 결과표/유사장애 Top-K/근거 문서 인용).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2841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피드·챗 접기 가능(대시보드 헤더 버튼으로 재확장). 결과는 감사 로그 기록(안내).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1363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6-11. 현황 전파 · Computer-Use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computeruse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· 🔒관리자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7083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Computer-Use 에이전트가 웹 콘솔·대시보드를 자동 탐색해 이상을 판단하고 자동 전파.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560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탐색 대상 카드(OCP Console·Grafana·Splunk — AI 판단 결과·시각·전파 채널, 민감정보 Redacted 표시) · 전파 대상 채널(그룹웨어·메일·Slack[연동 예정]).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412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지금 탐색 실행.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화면별 기획 상세 (12개)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스케줄 + 이벤트 감지 시 동작, 이상 시 자동 전파, 민감정보는 Redaction 후 발송.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6-12. 일일점검 보고서 · 배치형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daily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 · 🔒관리자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매일 06:00 시스템 상태를 자동 수집해 AI 초안 → 문서 → 승인 → 그룹웨어 발송하는 배치 에이전트.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UI: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데이터 소스 수집 현황(OCP·GPU·DB/API·보안 로그) · 생성 파이프라인 스텝(상태 수집→AI 초안→문서 변환→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승인(현재)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→발송) · 보고서 미리보기(5개 섹션, Word/PDF/HTML 다운로드) · 최근 발송 이력.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8561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 행동: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승인 · 그룹웨어 발송.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상태·예외: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현재 "승인" 단계 대기 상태로 표현. 요건 재정리중(담당자 명시).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권한 / 상태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7-1. 권한 상태 값 (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perm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에이전트·지식·리소스(도구)가 공유하는 권한 상태입니다. 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src/shared/constants/enums.js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464"/>
                <a:gridCol w="1608412"/>
                <a:gridCol w="4021032"/>
                <a:gridCol w="361892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대상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소유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만든 자산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에이전트·지식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보유(사용 가능)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에이전트·지식·도구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대기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미보유(요청 필요)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반려됨(재요청 가능)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expired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만료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에이전트·지식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66344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실행 가능 여부(`agentReady`)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그 에이전트가 쓰는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모든 도구가 `granted`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하나라도 아니면 실행 불가.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486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도구(리소스) 권한은 실무상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granted / none / pending / denied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4상태로 순환합니다.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7-2. 권한 요청 처리 상태 (요청 레코드)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권한 / 상태 모델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203"/>
                <a:gridCol w="1300922"/>
                <a:gridCol w="758871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대기 (SLA 표시)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완료 → 대상 perm=granted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반려(사유 필수) → 대상 perm=denied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816352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요청 대상 유형(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targetType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(→ 실제로는 미보유 도구들에 대한 요청 생성) ·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(도구).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381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7-3. 권한 상태 전이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95344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Mermaid 다이어그램 (소스)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33088"/>
            <a:ext cx="11057839" cy="222656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15384"/>
            <a:ext cx="10783519" cy="20619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stateDiagram-v2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[*] --&gt; none: 미보유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none --&gt; pending: 권한 요청 제출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denied --&gt; pending: 재요청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pending --&gt; none: 요청 취소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pending --&gt; granted: 관리자 승인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pending --&gt; denied: 관리자 반려(사유)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granted --&gt; [*]: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owner --&gt; [*]: 내 소유(요청 불필요)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granted --&gt; expired: 기간 만료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expired --&gt; pending: 재요청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권한 / 상태 모델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7-4. 신고(개선요청) 상태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대화창의 [신고하기]로 접수되며(대화 스크립트 스냅샷 첨부), 관리자가 처리합니다.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5783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551"/>
                <a:gridCol w="2588004"/>
                <a:gridCol w="541128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주체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received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접수 (취소 가능)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in_progress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진행중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[진행 시작]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answered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완료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[답변]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resolved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완료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[개선 완료]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968496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신고 카테고리(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category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tool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(도구) ·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skill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(스킬) ·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(지식) ·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general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(전반).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향후 확장 (백엔드 실연동) 개략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현재는 목(mock) 데이터 기반 프로토타입입니다. 소스 주석에 명시된 실연동 방향은 다음과 같습니다.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20240"/>
          <a:ext cx="11057838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978"/>
                <a:gridCol w="3782944"/>
                <a:gridCol w="581991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현재(프로토타입)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실연동 방향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Vue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reactive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단일 store + 도메인 모듈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 확대 시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Pinia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 이관(필드→state, 액션→actions)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store.user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고정값 · 역할 토글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auth/me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SSO·EIAM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연동, 실 권한 기반 역할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라우팅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store.page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기반 간이 라우팅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vue-router 도입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실행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mockReply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스트리밍 시뮬레이션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스트리밍 API(SSE/WebSocket)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로 교체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도메인 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data.js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seed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agentService·knowledgeService·communityService 등 API 서비스로 대체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권한/승인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 액션 즉시 반영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ABAC 정책 엔진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결재선 워크플로 + 감사 로그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도구/리소스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resources 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레지스트리(built-in/custom/http/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실 커넥터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향후 확장 (백엔드 실연동) 개략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978"/>
                <a:gridCol w="3782944"/>
                <a:gridCol w="581991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현재(프로토타입)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실연동 방향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관제 지표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 KPI·차트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모니터링 API(토큰·트래픽·OCP 워크로드·GPU 등) 수집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 에이전트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 전파·일일점검 데모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Computer-Use 실행·스케줄 배치·그룹웨어/메일 발송 연동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980944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*본 기획서는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src/data.js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src/pages/*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src/store/*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실제 소스를 근거로 작성되었으며, 화면·기능·데이터 모델은 소스를 우선합니다.*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서비스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