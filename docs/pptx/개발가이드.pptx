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대상: 오늘 처음 이 프로젝트를 여는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초급 개발자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목표: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하루 안에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로컬 실행 → 폴더 지도 이해 → 새 화면 추가 → 새 API 연결까지 손으로 해본다. 이 문서는 실습형이다. 전체 구조는 ARCHITECTURE.md 를 함께 참고한다.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개발가이드.md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 5분 만에 실행하기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bash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1) 프론트 (Node 18+ 권장)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install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run dev            # → http://localhost:5173  로 접속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2) (선택) 백엔드 (JDK 17)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cd backend &amp;&amp; ./gradlew bootRun    # → http://localhost:8080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1693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백엔드 없이도 단독으로 동작한다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(목데이터). 처음엔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npm run dev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만으로 충분하다.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0215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 우측 상단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[사용자] / [관리자]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토글로 역할을 바꿔볼 수 있다(관리자만 보이는 메뉴가 있다).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8736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테마 체험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우측 상단 ⚙ → 5가지 테마 전환. 새로고침해도 유지된다(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localStorage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982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핵심 시나리오 한 번 돌려보기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091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사용자로 에이전트 카탈로그에서 도구 권한이 없는 에이전트의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도구 권한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200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헤더에서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 전환 → 마이페이지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승인함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3095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다시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 → 해당 에이전트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실행(대화)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가능해짐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 5분 만에 실행하기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bash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run build          # 프로덕션 번들 → dist/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run preview        # 빌드 결과 미리보기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폴더 지도 — "여기엔 이런 걸 넣는다"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5026290"/>
                <a:gridCol w="326708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여기엔 이런 걸 넣는다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넣는다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src/pages/*.vue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하나 = 파일 하나.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레이아웃 + 화면 상태(ref/computed) + 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직접 호출, 무거운 비즈니스 로직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src/components/*.vue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화면에서 재사용하는 조각(모달·pill·아이콘·트리 등)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화면 전용의 큰 로직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src/store/state.js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전체가 공유하는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전역 상태 필드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표시용 임시 값(그건 화면 ref)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src/store/modules/*.js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상태를 바꾸는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액션 함수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(도메인별)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통신(그건 service)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src/features/*/services/*.js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통신 + USE_API 분기.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mock↔실서버 경계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src/shared/api/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config.js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(USE_API/토큰),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http.js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(fetch 래퍼)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도메인 로직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src/shared/constants/enums.js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상태/권한/역할 등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상수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(매직 문자열 방지)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폴더 지도 — "여기엔 이런 걸 넣는다"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5026290"/>
                <a:gridCol w="326708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여기엔 이런 걸 넣는다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넣는다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src/shared/utils/format.js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날짜·숫자·문자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포맷 함수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src/data.js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목데이터 seed(에이전트·지식·요청·보드·리소스·트리)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실서버 붙으면 service 가 대체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src/styles.css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디자인 토큰(:root) + 4개 테마 오버라이드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컴포넌트별 산발적 색상 하드코딩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backend/.../com/axhub/&lt;도메인&gt;/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Controller·Service·Repository·domain·dto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187952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4187952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242816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황금 규칙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: 화면 →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store 액션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service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→ 백엔드. 화면에서 한 단계를 건너뛰지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실습 A — 새 화면(기능) 추가하기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예제로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"공지사항"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화면(page 키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notices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)을 추가한다. 실제 파일에서 고칠 곳은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딱 3곳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단계 1 — 화면 파일 만들기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src/pages/Notices.vue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기존 화면(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Community.vue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)과 같은 패턴을 그대로 따른다.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24912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vue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62656"/>
            <a:ext cx="11057839" cy="335127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044952"/>
            <a:ext cx="10783519" cy="31866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&lt;script setup&gt;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/**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* 공지사항 — 사내 공지 목록 (실습 예제)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*/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{ computed } from 'vue'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{ store } from '../store.js'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Icon from '../components/Icon.vue'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지금은 화면 안 샘플. 실제로는 store/service 로 대체한다(아래 단계 4).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const notices = computed(() =&gt; store.notices || [])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&lt;/script&gt;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&lt;template&gt;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&lt;div&gt;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&lt;div class="page-head"&gt;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&lt;div class="eyebrow"&gt;알림&lt;/div&gt;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&lt;div class="page-title"&gt;공지사항&lt;/div&gt;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실습 A — 새 화면(기능) 추가하기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vue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66420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499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&lt;/div&gt;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&lt;ul class="agent-list"&gt;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&lt;li v-for="n in notices" :key="n.id" class="acc-card"&gt;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&lt;Icon name="bell" :size="16" /&gt; &lt;b&gt;{{ n.title }}&lt;/b&gt; &lt;small&gt;{{ n.date }}&lt;/small&gt;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&lt;/li&gt;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&lt;/ul&gt;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&lt;/div&gt;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&lt;/template&gt;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단계 2 — 라우팅 등록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src/App.vue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 (세 곳을 함께)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4904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86784"/>
            <a:ext cx="11057839" cy="166420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69080"/>
            <a:ext cx="10783519" cy="1499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(a) import 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Notices from './pages/Notices.vue'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(b) pages 매핑에 키 추가  ← 이 키가 store.page 값이 된다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const pages = { home: Home, agents: Agents, /* ... */, notices: Notices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(c) 헤더 타이틀 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const titleMap = { home: 'AX HUB', /* ... */, notices: '공지사항'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74243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단계 3 — LNB 메뉴에 노출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src/App.vue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의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nav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(computed)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실습 A — 새 화면(기능) 추가하기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최상위 메뉴로 추가할 때 (ico 는 components/Icon.vue 의 path 딕셔너리 키 중 하나: home/bot/book/chat/bell ...)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{ key: 'notices', label: '공지사항', ico: 'bell' },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6712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하위 메뉴로 넣으려면 부모의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children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배열에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key, label, page: 'notices'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추가한다.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5234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 전용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으로 만들려면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if (store.role === 'admin')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블록 안에 넣는다(기존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시스템 관리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참고).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375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메뉴 클릭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openNav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openChild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go('notices')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store.page='notices'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pages['notices']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렌더.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22776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3922776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77640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화면 이동은 어디서든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import { go } from '../store.js'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go('notices')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로 한다.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store.page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직접 수정하지 말 것(액션을 쓴다).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7258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단계 4 — 데이터 연결 (목 → 서비스)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129784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(4-1) 목데이터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빠르게 확인하려면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src/store/state.js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필드를 추가하고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src/data.js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seed 를 만든다.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실습 A — 새 화면(기능) 추가하기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47675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3121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src/data.js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export const seedNotices = [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{ id: 'nt-1', title: '7월 정기점검 안내', date: '2026-07-20' },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src/store/state.js  (reactive store 객체 안)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{ /* ... */ seedNotices } from '../data.js'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export const store = reactive({ /* ... */, notices: seedNotices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438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(4-2) 서비스(권장 최종형)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features/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service 를 만들어 통신 경계를 둔다(아래 실습 B 참고).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실습 B — 새 API 붙이기 (mock ↔ 실서버)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핵심은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"화면은 그대로 두고, service 안에서 `USE_API` 로 분기"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한다는 것. 정답지는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agentService.js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프론트 — service 작성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src/features/notice/services/noticeService.js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11057839" cy="185166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97480"/>
            <a:ext cx="10783519" cy="16870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{ http } from '../../../shared/api/http'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{ USE_API } from '../../../shared/api/config'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import { store } from '../../../store'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/** GET /notices — 공지 목록 */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export async function fetchNotices()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if (USE_API) return http.get('/notices')   // 실서버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return store.notices                        // mock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5828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http.get/post/put/patch/del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만 있으면 된다.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JWT 헤더 첨부·에러 정규화·`{success,data,message}` 언랩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자동 처리한다.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14350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화면에서는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const list = await fetchNotices()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처럼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service 만 호출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한다.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화면에 쓰지 않는다.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72871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실서버 켜기 — 프로젝트 루트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실습 B — 새 API 붙이기 (mock ↔ 실서버)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VITE_USE_API=true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VITE_API_BASE=http://localhost:8080/api/v1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7128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67128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21992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.env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가 없으면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USE_API=false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(mock)로 동작한다. 값 변경 후에는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npm run dev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재시작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해야 반영된다.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1693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백엔드 — 대응 Controller (agent 도메인 패턴 그대로)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74136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패키지를 복사하듯 5개 파일을 만든다: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NoticeController → NoticeService → NoticeRepository → domain/Notice → dto/NoticeResponse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9592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33672"/>
            <a:ext cx="11057839" cy="203911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315968"/>
            <a:ext cx="10783519" cy="1874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@RestController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@RequestMapping("/api/v1/notices")   // 프론트 http.get('/notices') 와 매핑 (API_BASE=/api/v1)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@RequiredArgsConstructor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public class NoticeController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final NoticeService service;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@GetMapping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public ApiResponse&lt;List&lt;NoticeResponse&gt;&gt; list()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return ApiResponse.ok(service.getNotices());   // 항상 ApiResponse 로 감싼다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실습 B — 새 API 붙이기 (mock ↔ 실서버)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96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응답은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반드시 `ApiResponse.ok(...)`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그래야 프론트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만 깔끔히 꺼낸다.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489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오류는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throw BusinessException.notFound("...")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처럼 던진다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GlobalExceptionHandler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{success:false, message}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변환.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5010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엔티티를 그대로 반환하지 말고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`record` DTO(`NoticeResponse.from(entity)`)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변환한다.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자주 하는 실수 / 주의 (이 소스에서 실제로 지키는 규칙)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화면에서 `fetch` 직접 호출 금지.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통신은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features/*/services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안에서만(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분기). 화면은 store/service 만 부른다.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`store.page` 직접 대입 대신 `go(page)`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쓴다. page 키는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pages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매핑에 반드시 등록돼 있어야 화면이 뜬다(오타 주의).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SVG 차트의 `stroke`/`fill`/`stop-color` 에는 CSS 변수(`var(--x)`)가 안 먹힌다.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presentation 속성에는 CI 팔레트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hex 를 직접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쓴다(예: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SysMonitor.vue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ItOps.vue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#0046FF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#0E8A66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#D2403A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일반 요소 스타일은 반대로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토큰 변수만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2841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매직 문자열 금지.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권한/상태/역할 값은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shared/constants/enums.js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Perm.GRANTED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등)를, 날짜/숫자 표시는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shared/utils/format.js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today()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comma()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)를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1363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**공통 영역(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shared/*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store/state·index·ui·session·meta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공통 컴포넌트,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styles.css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수정은 개발자 E 리뷰 필수.** 여러 화면이 함께 깨질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4988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새 아이콘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components/Icon.vue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paths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딕셔너리에 SVG path 를 추가한 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&lt;Icon name="..." /&gt;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쓴다(임의 이미지 삽입 금지).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84064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에이전트 실행이 막힐 때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는 버그가 아니라 규칙이다: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agentReady(agent)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사용 도구를 하나라도 미보유(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none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denied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)하면 실행 불가. 도구 권한을 요청·승인 받아야 열린다.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자주 하는 실수 / 주의 (이 소스에서 실제로 지키는 규칙)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`.env` 변경/설치 후에는 dev 서버 재시작.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Vite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import.meta.env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시작 시점에 주입한다.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9.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모달은 상태 플래그로 연다.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권한요청=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store.modal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반려=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store.denyModal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설정=App.vue 지역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showSettings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새 전역 모달을 만들면 App.vue 에서 렌더 조건을 걸어준다.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디버깅 · 빌드 확인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화면이 안 뜰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pages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매핑에 그 page 키가 있는가? (없으면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Home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으로 폴백)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5681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go('키')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키와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pages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titleMap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키가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철자까지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일치하는가?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관리자 전용 화면이면 헤더에서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[관리자]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전환했는가?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7860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데이터가 안 보일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260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USE_API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의도한 값인가? (mock 인데 실서버 기대 X) → 브라우저 콘솔에서 네트워크 탭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1129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실서버 모드면 백엔드가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:8080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떠 있고 CORS(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application.yml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allowed-origins=5173)가 맞는가?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9651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응답이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{success,data,message}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형태인가? (아니면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언랩하지 않고 원문 반환)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68172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권한/승인 흐름이 이상할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02920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도구 권한 상태(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store.resources[name].perm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granted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인가? 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agentReady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판정 기준)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1441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승인은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관리자 역할 + 승인함(view=approve)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에서만 가능하다.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2531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빌드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디버깅 · 빌드 확인 체크리스트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npm run build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성공(에러 0)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dist/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npm run preview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프로덕션 번들이 정상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[ ] 콘솔 경고(정의 안 된 컴포넌트/누락 prop) 없는지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다음 읽을거리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ARCHITECTURE.md — 전체 구조, 레이어링, 풀스택 호출 관계도, 담당 배분, API 목록.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백엔드 정답지: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backend/src/main/java/com/axhub/agent/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.../permission/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새 도메인은 이 둘을 복제하듯 만든다.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service 정답지: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src/features/agent/services/agentService.js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새 service 는 이 파일을 본떠 만든다.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개발가이드 (초급 개발자 온보딩)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