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280160" cy="82296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33272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대상 독자: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디자이너 · 퍼블리셔 · 초급 프론트 개발자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위치: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src/components/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(Vue 3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&lt;script setup&gt;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). 스타일은 전역 </a:t>
            </a:r>
            <a:r>
              <a:rPr sz="15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src/styles.css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클래스를 사용합니다(퍼블리싱가이드.md 참고). 이 문서는 각 컴포넌트의 </a:t>
            </a:r>
            <a:r>
              <a:rPr sz="15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역할 · props · emit · 주요 사용처 · 비고</a:t>
            </a:r>
            <a:r>
              <a:rPr sz="15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를 정리합니다. 값은 모두 실제 소스 기준.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· 신한라이프   |   컴포넌트카탈로그.md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한눈에 보기 (18개)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4882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487"/>
                <a:gridCol w="1884858"/>
                <a:gridCol w="2638802"/>
                <a:gridCol w="414669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컴포넌트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여는 방식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사용처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Icon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표시(아이콘)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화면 공용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StatusPill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표시(상태 pill)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AgentRun, Knowledge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Steps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표시(진행 단계)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Permissions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AgentInfoModal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prop(agent)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Agents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AgentFab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플로팅 액션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항상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App.vue(전역, 시스템 페이지 제외)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BuilderModal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모달(런처)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AgentFab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ChatbotModal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플로팅 팝업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AgentFab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RequestModal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모달(폼)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store.modal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App.vue(전역)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DenyModal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모달(폼)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store.denyModal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App.vue(전역)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PromptDialog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모달(입력)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 + emit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Agents, FolderPickerModal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FolderPickerModal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prop(agent)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KnowledgeTreeNode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표시(재귀 트리)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prop(node)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KnowledgeChat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복합(RAG 챗)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prop(items…)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Knowledge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한눈에 보기 (18개)  · (계속)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298448"/>
          <a:ext cx="11057837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487"/>
                <a:gridCol w="1884858"/>
                <a:gridCol w="2638802"/>
                <a:gridCol w="414669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컴포넌트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여는 방식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사용처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ReportModal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모달(폼)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prop(agent, messages)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DetailModal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모달(상세)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prop(detail)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ItOps, SysMonitor, Knowledge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SettingsModal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모달(테마)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emit(close)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App.vue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ApprovalLine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입력(결재선)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v-model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AccessRequest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CardRail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래퍼(레일)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prop(grid)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미사용(임포트 없음)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511296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" y="3511296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566160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팝업 여는 방식은 크게 3가지: ①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prop 으로 데이터 주입 + `@close` emit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(AgentInfoModal, DetailModal 등), ②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store 전역 상태로 열기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(RequestModal=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store.modal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, DenyModal=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store.denyModal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), ③ </a:t>
            </a:r>
            <a:r>
              <a:rPr sz="1300" b="1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로컬 ref + emit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(PromptDialog, SettingsModal).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1. 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24×24 viewBox 라인 SVG 아이콘.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으로 path 를 선택해 그림.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stroke="currentColor" fill="none"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이라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부모 `color` 로 색 지정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name: String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(아이콘 키),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size: Number|String = 18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전 컴포넌트/페이지.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 가능한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38종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27248"/>
            <a:ext cx="11057839" cy="13898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home, bot, book, shield, chat, search, send, back, zap, doc, clock, play, check, arrow, users, plus, x, menu, dots, attach, tool, layers, trash, share, flag, megaphone, cpu, chevron, folder, star, collapse, expand, grid, list, download, edit, bell, gear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목록에 없는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을 넘기면 아무것도 안 그려집니다(빈 SVG). 채움형 아이콘은 CSS 에서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svg { fill: currentColor }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처리(예: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.fav-btn.on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.tabs .tab-ic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57200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09744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92040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&lt;Icon name="plus" :size="14" /&gt;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&lt;span class="star-ic"&gt;&lt;Icon name="star" :size="16" /&gt;&lt;/span&gt;   &lt;!-- 부모 color 로 채움 --&gt;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StatusPill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권한(소유) 상태값을 색 pill 로 표시.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permMeta[perm]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라벨·클래스를 매핑.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perm: String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owner|granted|pending|none|denied|expired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small: Boolean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AgentRun.vue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(내 권한),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(지식 카드/행).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매핑표(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src/shared/constants/enums.js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PERM_META) 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127248"/>
          <a:ext cx="11057839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809"/>
                <a:gridCol w="2551809"/>
                <a:gridCol w="5954221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perm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</a:t>
                      </a:r>
                    </a:p>
                  </a:txBody>
                  <a:tcPr marL="54864" marR="54864" marT="18288" marB="18288" anchor="ctr">
                    <a:solidFill>
                      <a:srgbClr val="0046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 소유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.pill-owner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(블루)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granted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● 사용중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.pill-active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(그린)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.pill-pending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(골드)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none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권한없음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.pill-none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(회색)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denied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.pill-denied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(레드)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expired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만료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5223B"/>
                          </a:solidFill>
                          <a:latin typeface="Consolas"/>
                          <a:ea typeface="Consolas"/>
                          <a:cs typeface="Consolas"/>
                        </a:rPr>
                        <a:t>.pill-none</a:t>
                      </a:r>
                      <a:r>
                        <a:rPr sz="1050" b="0">
                          <a:solidFill>
                            <a:srgbClr val="15223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(회색)</a:t>
                      </a:r>
                    </a:p>
                  </a:txBody>
                  <a:tcPr marL="54864" marR="54864" marT="18288" marB="18288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2. StatusPill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&lt;StatusPill :perm="agent.perm" /&gt;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&lt;StatusPill :perm="k.perm" small /&gt;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3.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권한 요청 처리 진행 단계(요청 제출 → 승인자 검토 → 완료/반려)를 가로 스텝퍼로 표시.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status: String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pending | approved | denied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Permissions.vue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(요청/승인 행).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status 에 따라 3단계 상태(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done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/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)를 내부 계산.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approved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=3단계 모두 done,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denied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=마지막 fail(레드),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pending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=2단계 now(골드).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.steps/.step/.step-line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7588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1363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9592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&lt;Steps :status="r.status"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4. AgentInfoModal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Agent 상세 정보 팝업. 모델/카테고리/지식/버전/실행수,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활용 도구별 권한 상태 칩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(클릭 시 요청/취소 확인 알럿), 추천 질문 표시. 권한 충족 시 "이 에이전트 사용"(실행), 부족 시 "권한 요청"(RequestModal 오픈).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agent: Object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(카드 클릭/메뉴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infoAgent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내부에서 store 액션 사용(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openRun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requestResource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cancelRequest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resourcePerm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agentReady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openRequest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도구 칩은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.res-chip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.res-{granted|pending|none|denied}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확인 알럿은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.overlay.confirm-scrim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+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.confirm-modal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.modal-info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.info-head/.info-grid/.info-cell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.ready-pill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.ex-list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2452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6227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54456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&lt;AgentInfoModal v-if="infoAgent" :agent="infoAgent" @close="infoAgent = null"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AgentFab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우측 세로 중앙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드래그 이동형 플로팅 버튼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열면 3개 생성 액션(Agent 빌더 / 지식 생성 / 챗봇) 노출. embed 액션은 BuilderModal(런처)로, chat 은 ChatbotModal 로 연결.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없음(내부에서 BuilderModal/ChatbotModal 직접 렌더).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전역. 단, 시스템 페이지(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sysmon, itops, computeruse, daily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)에서는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v-if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숨김.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6499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포인터 드래그로 위치 이동(clamp 로 화면 내 제한), 드래그 직후 클릭 억제. 평상시 반투명(opacity .48), 사용 중 진하게.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.fab-dock/.fab-main/.fab-action/.fab-avatar(.tone-*)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2452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6227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54456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&lt;AgentFab v-if="!['sysmon','itops','computeruse','daily'].includes(store.page)"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6. BuilderModal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외부 빌더(Agent 빌더/지식 생성)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실행 런처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보안상 iframe 삽입 불가 → 별도 팝업 창으로 실행하거나 새 탭으로 이동.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title: String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url: String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ico: String = 'book'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tone: String = 'green'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AgentFab.vue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window.open(...popup...)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실행, 차단 시 토스트 경고 후 "새 탭에서 열기" 링크 제공.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.launch-modal/.launch-ic(.tone-*)/.launch-url/.launch-actions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7588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1363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9592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&lt;BuilderModal :title="b.title" :url="b.url" :ico="b.ico" :tone="b.tone" @close="builder = null"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7. ChatbotModal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우하단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플로팅 Q&amp;A 챗봇 패널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화면(메시지 목록 + 입력)만 담당하고, 답변 생성은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features/chatbot/services/chatbotService.getReply()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가 담당(역할 분리).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AgentFab.vue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(챗봇 액션).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전송 시 타이핑(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.typing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연출 후 답변.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.cb-panel/.cb-head/.cb-body/.cb-input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말풍선은 공용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.msg/.bubble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8. RequestModal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권한 요청 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모달. 대상이 Agent 면 실행에 필요한 미보유 도구 목록을, 지식이면 요청 권한 종류(열람/사용/공유)를 선택. 사용 기간·요청 사유·(자동 지정)승인자 입력 후 등록.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 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전역 `store.modal` 로 열림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item, targetType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없음(닫기는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store.modal = null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전역 배치(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v-if="store.modal"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여는 곳: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openRequest('agent'|'knowledge', item)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(예: AgentInfoModal 의 "권한 요청").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6499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내부 store 액션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submitRequest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resourcePerm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Agent 는 요청할 도구가 없으면 등록 버튼 비활성. 사용 클래스 공용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.modal/.field/.modal-actions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.req-tools/.req-tool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2452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62272"/>
            <a:ext cx="11057839" cy="91440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544568"/>
            <a:ext cx="10783519" cy="749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&lt;!-- App.vue (전역) --&gt;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&lt;RequestModal v-if="store.modal" /&gt;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&lt;!-- 여는 쪽: store 액션 --&gt;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openRequest('agent', agentObj)   // store.modal = { item, targetType:'agent'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9. DenyModal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승인자용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요청 반려 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반려 사유(요청자에게 그대로 전달)를 입력하고 반려 확정.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 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전역 `store.denyModal` 로 열림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requester, dept, targetName, …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없음(닫기는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store.denyModal = null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전역 배치(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v-if="store.denyModal"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 확정 시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confirmDeny(reason)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64992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사용 클래스 공용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.modal/.field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확정 버튼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.btn-danger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7588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1363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9592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&lt;DenyModal v-if="store.denyModal"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10. PromptDialog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공통 한 줄 입력 팝업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(브라우저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prompt()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대체). 폴더 생성/이름 변경 등 여러 곳에서 재사용. 마운트 시 입력에 자동 포커스, Enter 로 확인.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title = '입력'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label = ''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placeholder = ''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value = ''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(초기값),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confirmText = '확인'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confirm(value)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공백이면 무시,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(새 폴더),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FolderPickerModal.vue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(새 폴더 만들어 이동).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값 검증은 호출부 책임(트림된 문자열만 emit).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.modal-prompt/.prompt-title/.prompt-field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7588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13632"/>
            <a:ext cx="11057839" cy="72694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95928"/>
            <a:ext cx="10783519" cy="5623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&lt;PromptDialog v-if="showNewFolder" title="새 폴더" label="폴더 이름"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placeholder="예: 마케팅 봇" confirm-text="만들기"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@confirm="onCreate" @close="showNewFolder = false"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11. FolderPickerModal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Agent 를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폴더로 이동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하는 팝업. 기존 폴더 선택 또는 PromptDialog 로 새 폴더를 만들어 즉시 이동.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agent: Object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Agents.vue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folderFor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store 액션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moveAgentToFolder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addFolder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내부에 PromptDialog 를 중첩 사용.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.modal-folder/.fp-list/.fp-item(.on)/.fp-new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3931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72160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&lt;FolderPickerModal v-if="folderFor" :agent="folderFor" @close="folderFor = null"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12. KnowledgeTreeNode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지식 컬렉션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재귀 트리 노드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자식이 있으면 폴더 아이콘 + 펼침 캐럿, 없으면 문서 아이콘. 깊이에 따라 들여쓰기(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8 + depth*15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px).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node: Object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id, name, count, children?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selectedId: String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depth: Number = 0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select(id)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(트리) + 자기 자신 재귀 호출.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펼침 상태는 로컬 ref(최상위 depth 0 은 기본 열림).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.tree-node/.tree-row(.on)/.tree-caret(.open/.ghost)/.tree-ic/.tree-name/.tree-count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7588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13632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95928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&lt;KnowledgeTreeNode v-for="n in tree" :key="n.id" :node="n"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:selected-id="selected" @select="selected = $event"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13. KnowledgeChat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선택한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내 지식(보유)을 근거로 대화하는 RAG 챗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화면. 좌측 컬렉션 선택 범위 안에서 지식을 체크(또는 전체 선택)하고 질문하면 목(mock) 답변을 스트리밍 연출로 표시.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items: Array = []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(컬렉션의 내 지식),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collection: String = '전체 지식'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preselect: Array = []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(카드에서 진입 시 미리 선택할 지식 id).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05409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(모드 = chat).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6499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지식 미선택 시 입력/전송 비활성. 컬렉션 변경 시 선택·대화 초기화,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preselect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변경 시 해당 지식만 선택.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.kn-chat/.kc-picker/.kc-chips/.kc-chip(.on)/.kc-card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채팅부는 공용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.chat-scroll/.msg/.bubble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2452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46227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54456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&lt;KnowledgeChat :items="myKnowledge" :collection="selectedName" :preselect="chatPreselect"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14. ReportModal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대화창에서 여는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신고 · 개선요청 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문제 유형(도구/스킬/지식/전반) 선택 → 해당 항목 선택(또는 전체) → 요청 사항 작성. 접수 시 현재 대화 스크립트가 함께 첨부.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5798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agent: Object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messages: Array = []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(현재 대화).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AgentRun.vue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showReport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store 액션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submitReport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'전반적 문제'는 항목 선택 생략.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.modal-report/.rep-cats/.rep-cat(.on)/.rep-items/.rep-item-chip(.on)/.rep-attach-note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67588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91363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9592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&lt;ReportModal v-if="showReport" :agent="agent" :messages="msgs" @close="showReport = false"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15. DetailModal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차트/패널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타이틀 클릭 시 상세 리스트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를 보여주는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공용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팝업. 두 형태 지원 — 시그널형(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events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 또는 표형(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cols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+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detail: Object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title, sub, events:[{time,sev,text}]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 title, sub, cols:[…], rows:[[…]] 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ItOps.vue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SysMonitor.vue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Knowledge.vue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(문서 상세). — 시스템/지식 화면에서 폭넓게 재사용.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64992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detail.events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존재 여부로 시그널형/표형을 자동 분기.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sev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critical|warning|info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.modal-detail/.io-detail-*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, 표는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.io-detail-tbl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5020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87952"/>
            <a:ext cx="11057839" cy="1101852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270248"/>
            <a:ext cx="10783519" cy="9372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&lt;DetailModal v-if="detail" :detail="detail" @close="detail = null" /&gt;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&lt;!-- 시그널형 --&gt;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detail = { title:'최근 위험 신호', sub:'24h', events:[{time:'09:12', sev:'critical', text:'DB 지연'}] 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&lt;!-- 표형 --&gt;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detail = { title:'서비스 목록', cols:['이름','건수'], rows:[['A', 12], ['B', 3]]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16. SettingsModal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디자인 테마(시안) 전환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팝업. 5개 테마를 미리보기 모형과 함께 카드로 보여주고, 클릭 즉시 전역 적용(localStorage 유지).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(헤더 설정 버튼 →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showSettings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10966399" cy="11338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store 의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setTheme(key)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호출, 현재 테마는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store.theme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테마 5종 =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default / bento / dynamic / minimal / dark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미리보기 색은 컴포넌트 내부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themes[].c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하드코딩(실제 토큰과 별개의 요약 색).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.modal-settings/.theme-grid/.theme-card(.on)/.tp*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5020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8795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27024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&lt;SettingsModal v-if="showSettings" @close="showSettings = false"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17. ApprovalLine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결재선(승인 라인) 스텝퍼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신청자 → 1차/2차/…/최종 승인 순서를 세로로 표시하고, 결재자 추가/삭제.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v-model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부모의 결재자 배열과 양방향 연결.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modelValue: Array = []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(결재자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{id,name,dept,title}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applicant: Object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(필수),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candidates: Array = []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(추가 후보).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6888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update:modelValue(nextArray)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단방향 데이터 흐름(새 배열로 교체).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7977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AccessRequest.vue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(권한 신청 결재선).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90672"/>
            <a:ext cx="10966399" cy="85953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마지막 단계는 자동으로 '최종 승인' 라벨, 그 외 'N차 승인'. 중복 결재자는 추가되지 않음. 사용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.line-stepper/.line-step(.applicant)/.ls-dot/.ls-body/.line-add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5020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8795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27024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&lt;ApprovalLine v-model="approvalLine" :applicant="store.user" :candidates="APPROVER_CANDIDATES" 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18. CardRail  ⚠ 현재 미사용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966399" cy="5852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역할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(설계): 카드 그리드 래퍼. dynamic(넷플릭스) 테마에서 좌우 화살표 + 드래그 가로 스크롤 레일을 제공하고, 그 외 테마에서는 단순 그리드로 동작하도록 만들어진 slot 래퍼.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props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grid: String = 'ax-grid'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94560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emit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없음.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05456"/>
            <a:ext cx="10966399" cy="31089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주요 사용처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없음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src/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어디에서도 import 되지 않습니다(자기 정의뿐).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16352"/>
            <a:ext cx="10966399" cy="14081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0046F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비고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미사용/데드코드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. 참조하는 CSS 클래스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.rail / .rail-nav / .rail-track / .rail-on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이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styles.css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에 </a:t>
            </a:r>
            <a:r>
              <a:rPr sz="140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정의되어 있지 않아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현재 상태로 붙여도 스타일이 적용되지 않습니다. 되살리려면 (1) 카탈로그에서 실제 import·사용, (2)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.rail*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스타일 추가가 필요합니다. dynamic 테마의 가로 레일 대신 현재는 </a:t>
            </a:r>
            <a:r>
              <a:rPr sz="140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:root[data-theme="dynamic"]</a:t>
            </a:r>
            <a:r>
              <a:rPr sz="140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의 다열 포스터 그리드로 처리됩니다.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재사용 팝업 호출 패턴 (요약)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세 가지 유형으로 팝업을 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A. prop 주입 + `@close`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로컬 상태(ref)에 데이터를 담아 </a:t>
            </a:r>
            <a:r>
              <a:rPr sz="1450" b="0">
                <a:solidFill>
                  <a:srgbClr val="15223B"/>
                </a:solidFill>
                <a:latin typeface="Consolas"/>
                <a:ea typeface="Consolas"/>
                <a:cs typeface="Consolas"/>
              </a:rPr>
              <a:t>v-if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로 렌더, 닫을 때 null.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93392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31136"/>
            <a:ext cx="11057839" cy="914400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13432"/>
            <a:ext cx="10783519" cy="7498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&lt;AgentInfoModal v-if="infoAgent" :agent="infoAgent" @close="infoAgent = null" /&gt;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&lt;DetailModal    v-if="detail"    :detail="detail"   @close="detail = null" /&gt;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&lt;PromptDialog   v-if="show" title="새 폴더" label="폴더 이름"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@confirm="onCreate" @close="show = false" /&gt;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36976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B. 전역 store 상태로 열기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App.vue 에 한 번만 배치, 어디서든 store 액션으로 오픈.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84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822192"/>
            <a:ext cx="11057839" cy="726948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904488"/>
            <a:ext cx="10783519" cy="5623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&lt;!-- App.vue --&gt;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&lt;RequestModal v-if="store.modal" /&gt;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&lt;DenyModal    v-if="store.denyModal" /&gt;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40580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78324"/>
            <a:ext cx="11057839" cy="539496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960620"/>
            <a:ext cx="10783519" cy="3749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openRequest('agent', agentObj)   // → store.modal 설정 → RequestModal 표시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// 닫기: store.modal = null  /  store.denyModal =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509260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C. v-model 입력 컴포넌트</a:t>
            </a:r>
            <a:r>
              <a:rPr sz="1450" b="0">
                <a:solidFill>
                  <a:srgbClr val="15223B"/>
                </a:solidFill>
                <a:latin typeface="Malgun Gothic"/>
                <a:ea typeface="Malgun Gothic"/>
                <a:cs typeface="Malgun Gothic"/>
              </a:rPr>
              <a:t> — 폼 데이터와 양방향.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0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19456"/>
            <a:ext cx="11057839" cy="640080"/>
          </a:xfrm>
          <a:prstGeom prst="rect">
            <a:avLst/>
          </a:prstGeom>
          <a:noFill/>
        </p:spPr>
        <p:txBody>
          <a:bodyPr wrap="square" lIns="18288" rIns="18288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재사용 팝업 호출 패턴 (요약)  · (계속)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1057839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8A94A3"/>
                </a:solidFill>
                <a:latin typeface="Consolas"/>
                <a:ea typeface="Consolas"/>
                <a:cs typeface="Consolas"/>
              </a:rPr>
              <a:t>html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1057839" cy="352044"/>
          </a:xfrm>
          <a:prstGeom prst="rect">
            <a:avLst/>
          </a:prstGeom>
          <a:solidFill>
            <a:srgbClr val="1E2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488"/>
            <a:ext cx="10783519" cy="18745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&lt;ApprovalLine v-model="approvalLine" :applicant="store.user" :candidates="APPROVER_CANDIDATES" /&gt;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79676"/>
            <a:ext cx="54864" cy="914400"/>
          </a:xfrm>
          <a:prstGeom prst="rect">
            <a:avLst/>
          </a:prstGeom>
          <a:solidFill>
            <a:srgbClr val="C69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979676"/>
            <a:ext cx="11002975" cy="914400"/>
          </a:xfrm>
          <a:prstGeom prst="rect">
            <a:avLst/>
          </a:prstGeom>
          <a:solidFill>
            <a:srgbClr val="ED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034540"/>
            <a:ext cx="10692079" cy="8046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공통 규칙: 모든 모달은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.overlay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딤을 쓰고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@click.self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로 바깥 클릭 시 닫힘, 우상단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.modal-close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(X) 제공. 닫기는 항상 </a:t>
            </a:r>
            <a:r>
              <a:rPr sz="1300" b="0">
                <a:solidFill>
                  <a:srgbClr val="565F6D"/>
                </a:solidFill>
                <a:latin typeface="Consolas"/>
                <a:ea typeface="Consolas"/>
                <a:cs typeface="Consolas"/>
              </a:rPr>
              <a:t>close</a:t>
            </a:r>
            <a:r>
              <a:rPr sz="1300" b="0">
                <a:solidFill>
                  <a:srgbClr val="565F6D"/>
                </a:solidFill>
                <a:latin typeface="Malgun Gothic"/>
                <a:ea typeface="Malgun Gothic"/>
                <a:cs typeface="Malgun Gothic"/>
              </a:rPr>
              <a:t> emit 또는 store 상태 초기화로 처리합니다.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AX-HUB 사용자 포털 — 컴포넌트 카탈로그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