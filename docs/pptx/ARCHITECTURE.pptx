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280160" cy="82296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20116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794760"/>
            <a:ext cx="10332720" cy="1463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대상: 이 프로젝트를 이어받아 개발할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초·중급 개발자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목적: 전체 구조 · 레이어링 · 상태관리 · 풀스택 호출 흐름 · 핵심 업무 규칙 · 담당 배분을 한 문서로 파악한다. 원칙: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실제 소스(`src/`, `backend/`)에 존재하는 파일·심볼만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기술한다. 소스가 정답이며, 이 문서는 그 지도다.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· 신한라이프   |   ARCHITECTURE.md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시스템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신한라이프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AX-HUB 사용자 포털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은 AI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에이전트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지식(RAG)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카탈로그,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권한 요청→승인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워크플로우,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에이전트 채팅 실행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관리자용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시스템 관제(AIOps)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를 하나의 SPA 로 제공한다.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94560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Mermaid 다이어그램 (소스)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432304"/>
            <a:ext cx="11057839" cy="1101852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514600"/>
            <a:ext cx="10783519" cy="9372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flowchart LR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User((사용자)) --&gt; FE["프론트엔드&lt;br/&gt;Vue 3 · Vite SPA&lt;br/&gt;(axhub-portal)"]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FE -- "REST /api/v1" --&gt; BE["백엔드&lt;br/&gt;Spring Boot 3 · JPA&lt;br/&gt;(backend/)"]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BE --&gt; DB[("DB&lt;br/&gt;H2(개발) → PostgreSQL(운영)")]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FE -. "빌더 연동(새 창/새 탭)" .-&gt; EXT["외부 빌더&lt;br/&gt;deepagent-builder · langconnect"]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2559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프론트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화면 + 경량 상태관리. 현재는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목(mock) 데이터로 단독 동작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하며,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VITE_USE_API=true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실제 백엔드에 연결한다.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21081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백엔드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REST API. 도메인별 레이어드 구조(Controller → Service → Repository → Entity/DTO).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79602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연동 스위치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src/shared/api/config.js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의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USE_API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하나로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mock ↔ 실서버를 전환한다.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38124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USE_API 목/실 전환 원리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시스템 개요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Mermaid 다이어그램 (소스)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28930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11247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flowchart TD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P["화면(pages/components)"] --&gt; A["store 액션 / features service"]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A --&gt; SW{USE_API?}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SW -- "false (기본)" --&gt; MOCK["store 목데이터 반환&lt;br/&gt;(src/data.js seed)"]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SW -- "true" --&gt; HTTP["shared/api/http.js&lt;br/&gt;fetch + JWT"]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HTTP --&gt; BE["Spring Boot /api/v1/*"]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16936"/>
            <a:ext cx="11057839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USE_API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값은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import.meta.env.VITE_USE_API === 'true'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결정된다(기본값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 각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features/*/services/*.js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는 함수 첫 줄에서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if (USE_API) return http.get(...)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분기하고, 그렇지 않으면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(목데이터)를 반환한다.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프론트엔드 폴더 구조 (실제 트리)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4850892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46863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src/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main.js                 앱 진입 (createApp(App).mount('#app') + styles.css import)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App.vue                 레이아웃 + 간이 라우팅(LNB·헤더·모달·토스트·테마 적용)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styles.css              전역 스타일(디자인 토큰 :root + 4개 테마 오버라이드)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data.js                 목 데이터 seed (seedAgents/seedKnowledge/seedRequests/seedBoards/seedResources/knowledgeTree)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shared/                 ★ 공통(플랫폼) — 모든 화면이 공유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api/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│  ├─ config.js         USE_API 토글 · API_BASE · TOKEN_KEY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│  └─ http.js           fetch 래퍼(JWT 헤더 · 에러 정규화(HttpError) · {success,data,message} 언랩)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constants/enums.js   Perm/PERM_META/ReqStatus/TargetType/Scope/SCOPE_LABEL/Role/ToastKind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utils/format.js      today · nowHHMM · comma · ellipsis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└─ models/types.js      JSDoc typedef(Agent/Knowledge/PermRequest/Resource/Conversation)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store/                  ★ 전역 상태 + 도메인 액션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state.js             전역 reactive 상태(SSOT) + nextId()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index.js             배럴(모든 modules 재노출)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└─ modules/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   ├─ session.js        go(page)                         (공통)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   ├─ ui.js             toast · setTheme                 (공통)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   ├─ meta.js           permMeta · scopeTabs             (공통)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   ├─ agent.js          toggleActive · addFolder · moveAgentToFolder · toggleFavorite   (A)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   ├─ conversation.js   openRun · sendMessage · currentConv · new/select/delete/rename/resumeConversation  (A)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   ├─ resource.js       resourcePerm · resourceOwner · agentReady · requestResource      (C)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   ├─ request.js        openRequest · submitRequest · cancelRequest · approve · openDeny · confirmDeny · approveAll  (C)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프론트엔드 폴더 구조 (실제 트리)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code (계속)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4850892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46863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   └─ report.js         submitReport · start/reply/resolve/cancelReport · reportCat/Status 라벨  (C)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store.js                (하위호환 shim → store/index.js 재노출)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features/               ★ 도메인별 백엔드 연동 서비스(연동 seam)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agent/services/agentService.js            (A) → /agents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knowledge/services/knowledgeService.js    (B) → /knowledge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community/services/communityService.js    (D) → /community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permission/services/permissionService.js  (C) → /requests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permission/services/resourceService.js    (C) → /resources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auth/services/authService.js              (E) → /auth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access/services/accessService.js          (C) 결재선/권한 신청(→ /access-requests)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└─ chatbot/services/chatbotService.js        (E) 챗봇(→ /chatbot/ask)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pages/                  화면 12종 (간이 라우팅 단위)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Home.vue             워크스페이스(홈) 대시보드                     (A)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Agents.vue           에이전트 카탈로그(내/전체/즐겨찾기·폴더·권한요청·실행)  (A)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AgentRun.vue         에이전트 실행/대화(채팅목록·대화창·인사이트·신고)  (A)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ToolManage.vue       툴 관리(도구·미들웨어·스킬·MCP 카탈로그)        (C)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Knowledge.vue        지식(RAG) 카탈로그(트리·카드/리스트·지식채팅)   (B)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Community.vue        라운지/커뮤니티(게시판별 글)                   (D)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Permissions.vue      마이페이지(내 요청함/승인함·신고함)            (C)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AccessRequest.vue    권한 신청(결재선 지정)                         (C)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SysMonitor.vue       시스템 모니터링(KPI·차트)          [관리자]    (D)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ItOps.vue            IT 운영 관리(AIOps 관제 콘솔)      [관리자]    (D)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ComputerUse.vue      현황 전파(Computer-Use 에이전트)   [관리자]    (D)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프론트엔드 폴더 구조 (실제 트리)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code (계속)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4288536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41239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└─ DailyReport.vue      일일점검 보고서(배치형 에이전트)   [관리자]    (D)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└─ components/             재사용 컴포넌트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├─ Icon.vue             SVG 아이콘(path 딕셔너리, stroke=currentColor)   (E)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├─ StatusPill.vue       권한 상태 pill(permMeta 매핑)                    (E)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├─ Steps.vue            요청 진행 스텝(제출→검토→완료/반려)             (E)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├─ AgentFab.vue         우하단 플로팅 액션(Agent 빌더/지식 생성/챗봇)   (E)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├─ AgentInfoModal.vue   에이전트 상세 · 도구 권한 요청                   (A)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├─ RequestModal.vue     권한 요청 폼(store.modal)                        (C)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├─ DenyModal.vue        반려 사유 입력(store.denyModal)                  (C)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├─ ReportModal.vue      신고/개선요청(대화 스크립트 첨부)               (C)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├─ ApprovalLine.vue     결재선 스텝퍼(v-model 재사용)                   (C)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├─ FolderPickerModal.vue 폴더 이동(그룹화)                              (A)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├─ PromptDialog.vue     공통 한 줄 입력 팝업(폴더 생성/이름변경)        (E)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├─ KnowledgeChat.vue    지식 RAG 채팅                                   (B)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├─ KnowledgeTreeNode.vue 재귀 카테고리 트리 노드                        (B)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├─ DetailModal.vue      차트/패널 상세 리스트 팝업(공용)                (D/E)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├─ ChatbotModal.vue     간단 Q&amp;A 챗봇 팝업(chatbotService)              (E)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├─ BuilderModal.vue     외부 빌더 새 창 런처                            (E)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├─ CardRail.vue         dynamic 테마 가로 스크롤 캐러셀 래퍼            (디자이너/E)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├─ SettingsModal.vue    디자인 테마(5종) 전환                           (E)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└─ AgentInfoModal … 등  (상세는 각 파일 상단 주석 참고)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프론트엔드 폴더 구조 (실제 트리)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간이 라우팅 (App.vue)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vue-router 없이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store.page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(문자열 키)로 화면을 전환한다. 핵심 3요소를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함께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갱신해야 한다.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377440"/>
          <a:ext cx="1105783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567"/>
                <a:gridCol w="8846271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pages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객체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page 키 → 화면 컴포넌트 매핑 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home/agents/tools/knowledge/perms/community/run/access/sysmon/itops/computeruse/daily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titleMap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page 키 → 헤더 타이틀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nav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(computed)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LNB 메뉴 트리.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store.role === 'admin'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일 때만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시스템 관리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승인함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노출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4407408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화면 이동은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go(page)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store/modules/session.js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 로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store.page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를 바꾼다.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1830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라운지(커뮤니티) 하위 메뉴는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store.boards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의 게시판 id 를 page 키로 쓰며, 그 id 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Community.vue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라우팅된다.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30352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AgentFab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는 관제 화면(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sysmon/itops/computeruse/daily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)에서는 숨긴다.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레이어링 규칙 (반드시 지킬 것)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35204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1874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화면(pages/components)  →  store(액션) / features service  →  shared/api(http.js)  →  백엔드(/api/v1)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7967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화면은 store 상태를 읽고, 액션/service 를 호출만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한다. → 화면에서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직접 호출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금지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6489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2.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**백엔드 통신은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features/*/services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안에서만** 한다. 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USE_API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분기 지점이 여기 한 곳)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5010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3.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공통 영역(shared · store 코어 · 공통 컴포넌트 · styles.css)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변경은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개발자 E 리뷰 필수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73532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4.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매직 문자열 금지 → 상태/권한/역할 값은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shared/constants/enums.js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상수를 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046220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Mermaid 다이어그램 (소스)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283964"/>
            <a:ext cx="11057839" cy="1476756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366260"/>
            <a:ext cx="10783519" cy="131216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flowchart LR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V["Agents.vue&lt;br/&gt;(화면)"] --&gt;|openRun/toggleActive| ST["store/modules&lt;br/&gt;(액션)"]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V -.-&gt;|USE_API=true 시| SVC["agentService.js&lt;br/&gt;(service)"]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ST --&gt; STATE[("state.js&lt;br/&gt;reactive store")]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SVC --&gt; HTTP["http.js"]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HTTP --&gt; BE["AgentController"]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V -. "fetch 직접 호출 금지" .-x HTTP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상태관리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Vue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reactive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기반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경량 스토어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다. (규모가 커지면 Pinia 이관 권장 — 각 필드는 state, 모듈 액션은 actions 로 매핑.)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Mermaid 다이어그램 (소스)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157984"/>
            <a:ext cx="11057839" cy="316382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240280"/>
            <a:ext cx="10783519" cy="29992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flowchart TD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subgraph store["src/store/"]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STATE["state.js&lt;br/&gt;reactive store (SSOT)"]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IDX["index.js (배럴)"]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SHIM["store.js (하위호환 shim)"]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subgraph MODS["modules/*.js (도메인 액션)"]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M1["session · ui · meta (공통)"]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M2["agent · conversation (A)"]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M3["resource · request · report (C)"]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end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end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MODS --&gt;|"store 직접 변경"| STATE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IDX --&gt;|"re-export"| MODS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IDX --&gt;|"export store"| STATE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SHIM --&gt;|"export *"| IDX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V["화면"] --&gt;|"import { store, 액션 } from '../store.js'"| SHIM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413248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`state.js` = Single Source of Truth.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앱 전체가 공유하는 하나의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reactive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객체.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상태관리 구조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필드: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user · role · page · permsView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agents · folders · knowledge · requests · reports · boards · resources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modal · denyModal · toasts · theme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currentAgent · conversations · currentConvId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임시 id 는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nextId()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(전역 순번)로 발급.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modules/*.js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** = 도메인별 액션.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를 직접 변경하고, reactive 이므로 화면이 자동 재렌더된다.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7977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`index.js`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= 배럴.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와 모든 모듈 액션을 한 곳에서 재노출.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09067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`store.js`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= 하위호환 shim. 기존 화면들이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'../store.js'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import 하므로 유지(내부는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index.js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재노출).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675888"/>
            <a:ext cx="54864" cy="658368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675888"/>
            <a:ext cx="11002975" cy="658368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0752"/>
            <a:ext cx="10692079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신규 코드는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'../store.js'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(shim) 또는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'@/store'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(배럴) 어디서 import 해도 동일하게 동작한다.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백엔드 패키지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Spring Boot 3.2.5 · Java 17 · JPA/Hibernate · Spring Security · JWT(jjwt) · H2(개발).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실행: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./gradlew bootRun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:8080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157984"/>
            <a:ext cx="11057839" cy="4288536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240280"/>
            <a:ext cx="10783519" cy="41239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backend/src/main/java/com/axhub/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AxhubApplication.java         진입점 (@SpringBootApplication · @EnableJpaAuditing)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common/                       ★ 공통(개발자 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response/ApiResponse       {success, data, message} 표준 응답 (ok/fail)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exception/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│  ├─ BusinessException       예상된 업무 예외(status + badRequest()/notFound())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│  └─ GlobalExceptionHandler  @RestControllerAdvice 로 표준 실패 응답 변환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config/SecurityConfig      JWT·CORS(현재 anyRequest().permitAll() — 인증 담당이 확장)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└─ entity/BaseTimeEntity      createdAt·updatedAt 자동 기록(@MappedSuperclass)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agent/        ✅ 레퍼런스 (개발자 A)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AgentController            GET /agents · /{id} · PATCH /{id}/active · /{id}/favorite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AgentService               @Transactional 로직(findOrThrow → 404)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AgentRepository            JpaRepository&lt;Agent, String&gt;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domain/Agent               엔티티(도구 목록은 agent_tool 컬렉션 테이블), 도메인 로직(toggleActive 등)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└─ dto/AgentResponse          record DTO (from(Agent))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permission/   ✅ 레퍼런스 (개발자 C)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PermissionController       GET /requests?scope · POST /requests · /{id}/approve · /{id}/deny · DELETE /{id}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PermissionService          생성/목록(내 요청함·승인함)/승인/반려/취소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PermissionRequestRepository findByRequester… 파생 쿼리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domain/PermissionRequest   엔티티(status pending→approved/denied, denyReason)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└─ dto/CreateRequestDto · RequestResponse  (@Valid 검증 · record 응답)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resource/     🔧 스캐폴드 (개발자 C)  ResourceController (/resources/me · /{name}/request)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백엔드 패키지 구조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code (계속)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726948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5623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knowledge/    🔧 스캐폴드 (개발자 B)  KnowledgeController (/knowledge · /categories · /{id})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community/    🔧 스캐폴드 (개발자 D)  CommunityController (/community/boards · /boards/{id}/posts)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└─ auth/         🔧 스캐폴드 (개발자 E)  AuthController (/auth/login · /auth/me)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5458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백엔드 레이어(에이전트 도메인 = 정답지)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811780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Mermaid 다이어그램 (소스)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049524"/>
            <a:ext cx="11057839" cy="128930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131820"/>
            <a:ext cx="10783519" cy="11247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flowchart LR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C["AgentController&lt;br/&gt;@RestController · 얇게"] --&gt; S["AgentService&lt;br/&gt;@Transactional 로직"]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S --&gt; R["AgentRepository&lt;br/&gt;JpaRepository"]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R --&gt; E["Agent (Entity)&lt;br/&gt;extends BaseTimeEntity"]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S --&gt; D["AgentResponse (record DTO)"]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C --&gt;|"ApiResponse.ok(dto)"| OUT([표준 응답])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43026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컨트롤러는 얇게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실제 로직/트랜잭션은 서비스, DB 접근은 리포지토리, 도메인 규칙은 엔티티 안에.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01548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엔티티 직접 노출 금지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record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DTO 로 변환(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AgentResponse.from(...)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32638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응답은 항상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ApiResponse.ok(...)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예상된 오류는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BusinessException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(→ GlobalExceptionHandler 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{success:false,message}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변환).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백엔드 패키지 구조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permission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두 도메인을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"정답지"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보고 나머지 스캐폴드(🔧)를 동일 패턴으로 채운다.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83664"/>
            <a:ext cx="54864" cy="658368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883664"/>
            <a:ext cx="11002975" cy="658368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938528"/>
            <a:ext cx="10692079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응답 계약: 프론트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http.js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가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{success,data,message}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를 인지해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만 언랩한다. → 프론트/백엔드 응답 형태가 한 가지로 통일된다.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풀스택 호출 관계도 (대표 흐름 2개)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가장 완성도 높은 두 흐름(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에이전트 실행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도구 권한 요청→승인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)을 예로 든다.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Mermaid 다이어그램 (소스)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83664"/>
            <a:ext cx="11057839" cy="4475988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10783519" cy="43113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flowchart TD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subgraph 화면["① 화면 (pages/components)"]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A1["Agents.vue&lt;br/&gt;카탈로그"]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A2["AgentInfoModal.vue&lt;br/&gt;상세·도구권한"]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A3["AgentRun.vue&lt;br/&gt;대화"]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P1["Permissions.vue&lt;br/&gt;내요청함/승인함"]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end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subgraph 상태["② store (전역상태+액션)"]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S_res["resource.js&lt;br/&gt;agentReady/requestResource"]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S_conv["conversation.js&lt;br/&gt;openRun/sendMessage"]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S_req["request.js&lt;br/&gt;submitRequest/approve/deny"]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ST[("state.js&lt;br/&gt;reactive store")]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end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subgraph 서비스["③ service (USE_API 분기)"]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SVC_a["agentService"]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SVC_p["permissionService"]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SVC_r["resourceService"]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end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HTTP["④ shared/api/http.js&lt;br/&gt;fetch + JWT + 언랩"]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subgraph 백엔드["⑤ Spring Boot /api/v1"]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C_a["AgentController → AgentService → AgentRepository"]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C_p["PermissionController → PermissionService → PermissionRequestRepository"]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DB[("DB")]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풀스택 호출 관계도 (대표 흐름 2개)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Mermaid 다이어그램 (소스) (계속)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2976372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28117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end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A1 --&gt; S_conv &amp; S_res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A2 --&gt; S_res &amp; S_req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A3 --&gt; S_conv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P1 --&gt; S_req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S_res &amp; S_conv &amp; S_req --&gt; 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SVC_a --&gt; HTTP --&gt; C_a --&gt; DB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SVC_p --&gt; HTTP --&gt; C_p --&gt; DB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SVC_r -. "USE_API=true" .-&gt; HTTP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S_res -. "USE_API=true" .-&gt; SVC_r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S_conv -. "USE_API=true" .-&gt; SVC_a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S_req  -. "USE_API=true" .-&gt; SVC_p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604004"/>
            <a:ext cx="54864" cy="91440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4604004"/>
            <a:ext cx="11002975" cy="914400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4658868"/>
            <a:ext cx="10692079" cy="8046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현재 기본값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USE_API=false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에서는 store 액션이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state.js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(목데이터)만 갱신한다.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USE_API=true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로 켜면 각 service 가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http.js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를 통해 대응 Controller 를 호출한다(점선).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핵심 업무 규칙 (도메인 로직)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54864" cy="658368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298448"/>
            <a:ext cx="11002975" cy="658368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353312"/>
            <a:ext cx="10692079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에이전트는 누구나 생성·사용할 수 있으나, 에이전트가 쓰는 도구(리소스)를 하나라도 보유하지 않으면 실행할 수 없다.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4825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실행 가능 여부 =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`agentReady(agent)`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=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agent.tools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가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전부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granted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59152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store/modules/resource.js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(agent?.tools || []).every(t =&gt; resourcePerm(t) === 'granted')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8094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미보유(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none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denied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 도구 →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권한 요청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requestResource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 → 도구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pending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+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store.requests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에 접수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566160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운영 관리자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승인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approve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 → 도구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granted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agentReady=true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실행 버튼 활성화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18795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권한 상태(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enums.Perm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owner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(내 소유) ·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granted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(보유) ·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pending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(요청중) ·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none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(미보유) ·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denied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(반려) ·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expired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(만료).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77316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Mermaid 다이어그램 (소스)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010912"/>
            <a:ext cx="11057839" cy="128930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093208"/>
            <a:ext cx="10783519" cy="11247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sequenceDiagram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participant U as 사용자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participant M as AgentInfoModal / RequestModal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participant R as store/resource·request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participant ST as state.store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participant A as 승인함(관리자)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핵심 업무 규칙 (도메인 로직)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Mermaid 다이어그램 (소스) (계속)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476756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131216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U-&gt;&gt;M: 미보유 도구 칩 클릭 / 실행 시도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Note over M: agentReady=false → 실행 차단(경고 토스트)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U-&gt;&gt;R: requestResource(name, reason)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R-&gt;&gt;ST: 도구 perm = 'pending' · requests 에 접수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A-&gt;&gt;R: approve(req)  (관리자, Permissions.vue 승인함)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R-&gt;&gt;ST: 도구 perm = 'granted'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Note over U,ST: agentReady=true → openRun 통과 → 대화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04388"/>
            <a:ext cx="11057839" cy="11155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에이전트 실행(대화) 흐름: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Agents.vue → openRun(agent)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(conversation.js) →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agentReady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통과 시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currentAgent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conversations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세팅 후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store.page='run'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AgentRun.vue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가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currentConv()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렌더 →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sendMessage(text)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가 목 응답을 스트리밍처럼 표시하고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agent.runs++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(실연동 시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sendMessage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내부를 백엔드 스트리밍 API(SSE/WebSocket)로 교체.)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8. 팀 담당 배분 (개발자 5 + 디자이너/퍼블리셔)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776"/>
                <a:gridCol w="3567044"/>
                <a:gridCol w="3567044"/>
                <a:gridCol w="184297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화면/모듈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store / service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 도메인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개발자 A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에이전트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Home · Agents · AgentRun, AgentInfoModal · FolderPickerModal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store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agent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conversation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agentService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agent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개발자 B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지식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Knowledge, KnowledgeChat · KnowledgeTreeNode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knowledgeService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knowledge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🔧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111556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개발자 C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권한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Permissions · AccessRequest · ToolManage, RequestModal · DenyModal · ReportModal · ApprovalLine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store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request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resource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report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permissionService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resourceService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accessService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permission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✅ ·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resource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개발자 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커뮤니티+시스템관리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Community · SysMonitor · ItOps · ComputerUse · DailyReport, DetailModal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communityService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community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🔧 · 모니터링 API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5212080"/>
          <a:ext cx="11057837" cy="224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776"/>
                <a:gridCol w="3567044"/>
                <a:gridCol w="3567044"/>
                <a:gridCol w="184297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화면/모듈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store / service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 도메인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188366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개발자 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플랫폼/공통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shared/*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store 코어(state·index·ui·session·meta), 공통 컴포넌트(Icon·StatusPill·Steps·DetailModal·SettingsModal·AgentFab·PromptDialog·ChatbotModal·BuilderModal), 인증, 빌드/배포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authService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chatbotService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common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·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auth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8. 팀 담당 배분 (개발자 5 + 디자이너/퍼블리셔)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1225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776"/>
                <a:gridCol w="3567044"/>
                <a:gridCol w="3567044"/>
                <a:gridCol w="184297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화면/모듈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store / service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 도메인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디자이너·퍼블리셔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styles.css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디자인 시스템, 5개 테마, 컴포넌트 스타일, 반응형, 접근성(a11y)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263347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✅ 레퍼런스 구현 · 🔧 스캐폴드(레퍼런스 패턴으로 채우기)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98094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협업 규칙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43814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공통 영역(shared · store 코어 · 공통 컴포넌트 · styles.css) 변경은 개발자 E 리뷰 필수.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2336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2.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각 담당은 자기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features/&lt;도메인&gt;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· 담당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pages/components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· 백엔드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&lt;도메인&gt;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패키지 안에서 작업한다.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60857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3.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새 API 는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프론트 service ↔ 백엔드 controller 를 같은 PR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반영한다.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91947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4.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디자인 토큰/테마 변경은 디자이너·퍼블리셔가 주도하되, 클래스 삭제·구조 변경은 관련 화면 담당과 합의한다.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9. 코딩 컨벤션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공통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파일 상단 주석에 역할 +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[담당: 개발자 X]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를 명시한다.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5681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매직 문자열 금지 →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shared/constants/enums.js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사용. 날짜/숫자 표시 →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shared/utils/format.js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사용.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4203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프론트(Vue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8950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&lt;script setup&gt;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+ Composition API 표준.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0040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화면은 store 상태를 읽고 액션 호출만. 비동기 통신은 service 로.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51129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컴포넌트/파일: PascalCase(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AgentInfoModal.vue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), 변수/함수: camelCase.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822192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SVG 차트/그래프의 `stroke`·`fill`·`stop-color` 등 presentation 속성에는 CSS 변수(`var(--x)`)가 통하지 않으므로 CI 팔레트 hex 를 직접 쓴다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(예: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ItOps.vue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SysMonitor.vue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의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#0046FF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#0E8A66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#D2403A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 일반 요소 스타일은 반드시 토큰 변수를 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68172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백엔드(Spring)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02920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컨트롤러는 얇게, 로직은 서비스, DB 접근은 리포지토리, 도메인 규칙은 엔티티.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34009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엔티티 직접 노출 금지 →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record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DTO 변환. 응답은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ApiResponse.ok(...)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예외는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BusinessException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925312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조회는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@Transactional(readOnly=true)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변경은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@Transactional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10. 디자인 테마 (5종)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SettingsModal.vue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(우측 상단 설정 ⚙)에서 전환한다.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store.theme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App.vue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가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document.documentElement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의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data-theme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속성을 갱신 →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styles.css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의 오버라이드가 전 화면에 즉시 반영되고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localStorage('ax-theme')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유지된다.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94560"/>
          <a:ext cx="11057838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486"/>
                <a:gridCol w="1433423"/>
                <a:gridCol w="5733695"/>
                <a:gridCol w="296923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테마 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styles.css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default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(신한 CI)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표준 반응형 그리드 · 신한 블루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:root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토큰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bento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베토 그리드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크기 다른 파스텔 타일 매트릭스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:root[data-theme="bento"]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dynamic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다이나믹 카드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넷플릭스식 가로 스크롤 레일(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CardRail.vue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 · 그라데이션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:root[data-theme="dynamic"]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minimal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미니멀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플랫 리스트 행 · 모노톤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:root[data-theme="minimal"]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dark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다크 대시보드 · 네온 글로우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:root[data-theme="dark"]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11. 실행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bash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2414016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22494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프론트 (Node 18+)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npm install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npm run dev        # http://localhost:5173  (vite.config.js: server.port 5173)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npm run build      # 프로덕션 빌드 → dist/  (base './')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백엔드 (JDK 17)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cd backend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./gradlew bootRun  # http://localhost:8080  (H2 콘솔: /h2-console)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실서버 연동: 프로젝트 루트에 .env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  VITE_USE_API=true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  VITE_API_BASE=http://localhost:8080/api/v1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041648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기본값(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.env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없음)은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USE_API=false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이므로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프론트만으로 목데이터 데모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가 가능하다.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application.yml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의 CORS 는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http://localhost:5173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(프론트 dev 서버)를 허용한다.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12. API 목록 (프론트 service ↔ 백엔드 controller)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306"/>
                <a:gridCol w="4393843"/>
                <a:gridCol w="1244922"/>
                <a:gridCol w="2050460"/>
                <a:gridCol w="1684306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메서드 · 경로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service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목록/상세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/agents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·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/agents/{id}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agentService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AgentController 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활성/즐겨찾기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PATCH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/agents/{id}/active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·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/favorite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agentService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AgentController 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목록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 `/requests?scope=mine\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approve`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permissionService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PermissionController 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생성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/requests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permissionService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PermissionController 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승인/반려/취소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/requests/{id}/approve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·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/deny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DELETE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/requests/{id}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permissionService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PermissionController 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도구 권한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/resources/me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resourceService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ResourceController 🔧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도구 권한 요청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/resources/{name}/request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resourceService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ResourceController 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12. API 목록 (프론트 service ↔ 백엔드 controller)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306"/>
                <a:gridCol w="4393843"/>
                <a:gridCol w="1244922"/>
                <a:gridCol w="2050460"/>
                <a:gridCol w="1684306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메서드 · 경로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service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지식 목록/카테고리/상세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/knowledge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·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/knowledge/categories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·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/knowledge/{id}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knowledgeService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KnowledgeController 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커뮤니티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/community/boards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·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/boards/{id}/posts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communityService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CommunityController 🔧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/auth/login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GET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/auth/me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authService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AuthController 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신청(결재선)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/access-requests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accessService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(미구현 — 프로세스 확정 후)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챗봇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/chatbot/ask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chatbotService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(미구현)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065776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✅ 레퍼런스 구현 · 🔧 스캐폴드(동일 패턴으로 채우기)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아키텍처 문서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